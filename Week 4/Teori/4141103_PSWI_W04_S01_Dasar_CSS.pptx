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5d8f2ee73143b6" /><Relationship Type="http://schemas.openxmlformats.org/officeDocument/2006/relationships/extended-properties" Target="/docProps/app.xml" Id="R8155cd8794db49c6" /><Relationship Type="http://schemas.openxmlformats.org/officeDocument/2006/relationships/officeDocument" Target="/ppt/presentation.xml" Id="R7c23775c64734d54" /></Relationships>
</file>

<file path=ppt/presentation.xml><?xml version="1.0" encoding="utf-8"?>
<p:presentation xmlns:p="http://schemas.openxmlformats.org/presentationml/2006/main">
  <p:sldMasterIdLst>
    <p:sldMasterId xmlns:r="http://schemas.openxmlformats.org/officeDocument/2006/relationships" id="2147483648" r:id="R7c760ddd0b0a4988"/>
    <p:sldMasterId xmlns:r="http://schemas.openxmlformats.org/officeDocument/2006/relationships" id="2147483651" r:id="R310e8bcc61f14556"/>
    <p:sldMasterId xmlns:r="http://schemas.openxmlformats.org/officeDocument/2006/relationships" id="2147483670" r:id="R358bff6f8b164e98"/>
  </p:sldMasterIdLst>
  <p:notesMasterIdLst>
    <p:notesMasterId xmlns:r="http://schemas.openxmlformats.org/officeDocument/2006/relationships" r:id="Rc962a0dd011349a8"/>
  </p:notesMasterIdLst>
  <p:sldIdLst>
    <p:sldId xmlns:r="http://schemas.openxmlformats.org/officeDocument/2006/relationships" id="256" r:id="R403859288b624131"/>
    <p:sldId xmlns:r="http://schemas.openxmlformats.org/officeDocument/2006/relationships" id="257" r:id="Red0b642ea2b34469"/>
    <p:sldId xmlns:r="http://schemas.openxmlformats.org/officeDocument/2006/relationships" id="258" r:id="Rfc7c5187c26445d1"/>
    <p:sldId xmlns:r="http://schemas.openxmlformats.org/officeDocument/2006/relationships" id="259" r:id="Ra2de29266a3040ae"/>
    <p:sldId xmlns:r="http://schemas.openxmlformats.org/officeDocument/2006/relationships" id="260" r:id="R89322059d93b43b2"/>
    <p:sldId xmlns:r="http://schemas.openxmlformats.org/officeDocument/2006/relationships" id="261" r:id="Rf27341a98a8b4083"/>
    <p:sldId xmlns:r="http://schemas.openxmlformats.org/officeDocument/2006/relationships" id="262" r:id="Rc9ba757df50347b9"/>
    <p:sldId xmlns:r="http://schemas.openxmlformats.org/officeDocument/2006/relationships" id="263" r:id="R1bfaecf5d1774953"/>
    <p:sldId xmlns:r="http://schemas.openxmlformats.org/officeDocument/2006/relationships" id="264" r:id="R1bf293ca877d47d9"/>
    <p:sldId xmlns:r="http://schemas.openxmlformats.org/officeDocument/2006/relationships" id="265" r:id="R8b8a6b1063b24249"/>
    <p:sldId xmlns:r="http://schemas.openxmlformats.org/officeDocument/2006/relationships" id="266" r:id="R5608672136ae43e2"/>
    <p:sldId xmlns:r="http://schemas.openxmlformats.org/officeDocument/2006/relationships" id="267" r:id="R11b79b084c86466f"/>
    <p:sldId xmlns:r="http://schemas.openxmlformats.org/officeDocument/2006/relationships" id="268" r:id="R19e8199965e64c83"/>
    <p:sldId xmlns:r="http://schemas.openxmlformats.org/officeDocument/2006/relationships" id="269" r:id="R81b368f046a6427e"/>
    <p:sldId xmlns:r="http://schemas.openxmlformats.org/officeDocument/2006/relationships" id="270" r:id="R8afd6889801e4808"/>
    <p:sldId xmlns:r="http://schemas.openxmlformats.org/officeDocument/2006/relationships" id="271" r:id="Rcba6a6bb901e4fbe"/>
    <p:sldId xmlns:r="http://schemas.openxmlformats.org/officeDocument/2006/relationships" id="272" r:id="R443bb473b4d14211"/>
    <p:sldId xmlns:r="http://schemas.openxmlformats.org/officeDocument/2006/relationships" id="273" r:id="R5f8e437dd44e404e"/>
    <p:sldId xmlns:r="http://schemas.openxmlformats.org/officeDocument/2006/relationships" id="274" r:id="R9e55c1735c3e4840"/>
    <p:sldId xmlns:r="http://schemas.openxmlformats.org/officeDocument/2006/relationships" id="275" r:id="R67e82f04a5fa4905"/>
    <p:sldId xmlns:r="http://schemas.openxmlformats.org/officeDocument/2006/relationships" id="276" r:id="R554f79b833dd42c7"/>
    <p:sldId xmlns:r="http://schemas.openxmlformats.org/officeDocument/2006/relationships" id="277" r:id="Rf0d8db0d03fb4522"/>
    <p:sldId xmlns:r="http://schemas.openxmlformats.org/officeDocument/2006/relationships" id="278" r:id="R243e1d16ce3d4973"/>
    <p:sldId xmlns:r="http://schemas.openxmlformats.org/officeDocument/2006/relationships" id="279" r:id="R4d2f4afbfaab49ac"/>
    <p:sldId xmlns:r="http://schemas.openxmlformats.org/officeDocument/2006/relationships" id="280" r:id="Rd3570e0dce4146b1"/>
    <p:sldId xmlns:r="http://schemas.openxmlformats.org/officeDocument/2006/relationships" id="281" r:id="R5211b7d4759d4519"/>
    <p:sldId xmlns:r="http://schemas.openxmlformats.org/officeDocument/2006/relationships" id="282" r:id="R4c096ab7fad44819"/>
    <p:sldId xmlns:r="http://schemas.openxmlformats.org/officeDocument/2006/relationships" id="283" r:id="R2e6c38353ce74a96"/>
    <p:sldId xmlns:r="http://schemas.openxmlformats.org/officeDocument/2006/relationships" id="284" r:id="R6c05ef0653e04112"/>
    <p:sldId xmlns:r="http://schemas.openxmlformats.org/officeDocument/2006/relationships" id="285" r:id="R8549fc2e68114e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64b16e267c743f3" /><Relationship Type="http://schemas.openxmlformats.org/officeDocument/2006/relationships/slideMaster" Target="/ppt/slideMasters/slideMaster1.xml" Id="R7c760ddd0b0a4988" /><Relationship Type="http://schemas.openxmlformats.org/officeDocument/2006/relationships/slideMaster" Target="/ppt/slideMasters/slideMaster2.xml" Id="R310e8bcc61f14556" /><Relationship Type="http://schemas.openxmlformats.org/officeDocument/2006/relationships/slideMaster" Target="/ppt/slideMasters/slideMaster3.xml" Id="R358bff6f8b164e98" /><Relationship Type="http://schemas.openxmlformats.org/officeDocument/2006/relationships/notesMaster" Target="/ppt/notesMasters/notesMaster1.xml" Id="Rc962a0dd011349a8" /><Relationship Type="http://schemas.openxmlformats.org/officeDocument/2006/relationships/presProps" Target="/ppt/presProps.xml" Id="R7f6b9c0b4dd34d93" /><Relationship Type="http://schemas.openxmlformats.org/officeDocument/2006/relationships/viewProps" Target="/ppt/viewProps.xml" Id="R845c8dd8180e4d6c" /><Relationship Type="http://schemas.openxmlformats.org/officeDocument/2006/relationships/tableStyles" Target="/ppt/tableStyles.xml" Id="R15a5dff2d7924717" /><Relationship Type="http://schemas.openxmlformats.org/officeDocument/2006/relationships/slide" Target="/ppt/slides/slide1.xml" Id="R403859288b624131" /><Relationship Type="http://schemas.openxmlformats.org/officeDocument/2006/relationships/slide" Target="/ppt/slides/slide2.xml" Id="Red0b642ea2b34469" /><Relationship Type="http://schemas.openxmlformats.org/officeDocument/2006/relationships/slide" Target="/ppt/slides/slide3.xml" Id="Rfc7c5187c26445d1" /><Relationship Type="http://schemas.openxmlformats.org/officeDocument/2006/relationships/slide" Target="/ppt/slides/slide4.xml" Id="Ra2de29266a3040ae" /><Relationship Type="http://schemas.openxmlformats.org/officeDocument/2006/relationships/slide" Target="/ppt/slides/slide5.xml" Id="R89322059d93b43b2" /><Relationship Type="http://schemas.openxmlformats.org/officeDocument/2006/relationships/slide" Target="/ppt/slides/slide6.xml" Id="Rf27341a98a8b4083" /><Relationship Type="http://schemas.openxmlformats.org/officeDocument/2006/relationships/slide" Target="/ppt/slides/slide7.xml" Id="Rc9ba757df50347b9" /><Relationship Type="http://schemas.openxmlformats.org/officeDocument/2006/relationships/slide" Target="/ppt/slides/slide8.xml" Id="R1bfaecf5d1774953" /><Relationship Type="http://schemas.openxmlformats.org/officeDocument/2006/relationships/slide" Target="/ppt/slides/slide9.xml" Id="R1bf293ca877d47d9" /><Relationship Type="http://schemas.openxmlformats.org/officeDocument/2006/relationships/slide" Target="/ppt/slides/slide10.xml" Id="R8b8a6b1063b24249" /><Relationship Type="http://schemas.openxmlformats.org/officeDocument/2006/relationships/slide" Target="/ppt/slides/slide11.xml" Id="R5608672136ae43e2" /><Relationship Type="http://schemas.openxmlformats.org/officeDocument/2006/relationships/slide" Target="/ppt/slides/slide12.xml" Id="R11b79b084c86466f" /><Relationship Type="http://schemas.openxmlformats.org/officeDocument/2006/relationships/slide" Target="/ppt/slides/slide13.xml" Id="R19e8199965e64c83" /><Relationship Type="http://schemas.openxmlformats.org/officeDocument/2006/relationships/slide" Target="/ppt/slides/slide14.xml" Id="R81b368f046a6427e" /><Relationship Type="http://schemas.openxmlformats.org/officeDocument/2006/relationships/slide" Target="/ppt/slides/slide15.xml" Id="R8afd6889801e4808" /><Relationship Type="http://schemas.openxmlformats.org/officeDocument/2006/relationships/slide" Target="/ppt/slides/slide16.xml" Id="Rcba6a6bb901e4fbe" /><Relationship Type="http://schemas.openxmlformats.org/officeDocument/2006/relationships/slide" Target="/ppt/slides/slide17.xml" Id="R443bb473b4d14211" /><Relationship Type="http://schemas.openxmlformats.org/officeDocument/2006/relationships/slide" Target="/ppt/slides/slide18.xml" Id="R5f8e437dd44e404e" /><Relationship Type="http://schemas.openxmlformats.org/officeDocument/2006/relationships/slide" Target="/ppt/slides/slide19.xml" Id="R9e55c1735c3e4840" /><Relationship Type="http://schemas.openxmlformats.org/officeDocument/2006/relationships/slide" Target="/ppt/slides/slide20.xml" Id="R67e82f04a5fa4905" /><Relationship Type="http://schemas.openxmlformats.org/officeDocument/2006/relationships/slide" Target="/ppt/slides/slide21.xml" Id="R554f79b833dd42c7" /><Relationship Type="http://schemas.openxmlformats.org/officeDocument/2006/relationships/slide" Target="/ppt/slides/slide22.xml" Id="Rf0d8db0d03fb4522" /><Relationship Type="http://schemas.openxmlformats.org/officeDocument/2006/relationships/slide" Target="/ppt/slides/slide23.xml" Id="R243e1d16ce3d4973" /><Relationship Type="http://schemas.openxmlformats.org/officeDocument/2006/relationships/slide" Target="/ppt/slides/slide24.xml" Id="R4d2f4afbfaab49ac" /><Relationship Type="http://schemas.openxmlformats.org/officeDocument/2006/relationships/slide" Target="/ppt/slides/slide25.xml" Id="Rd3570e0dce4146b1" /><Relationship Type="http://schemas.openxmlformats.org/officeDocument/2006/relationships/slide" Target="/ppt/slides/slide26.xml" Id="R5211b7d4759d4519" /><Relationship Type="http://schemas.openxmlformats.org/officeDocument/2006/relationships/slide" Target="/ppt/slides/slide27.xml" Id="R4c096ab7fad44819" /><Relationship Type="http://schemas.openxmlformats.org/officeDocument/2006/relationships/slide" Target="/ppt/slides/slide28.xml" Id="R2e6c38353ce74a96" /><Relationship Type="http://schemas.openxmlformats.org/officeDocument/2006/relationships/slide" Target="/ppt/slides/slide29.xml" Id="R6c05ef0653e04112" /><Relationship Type="http://schemas.openxmlformats.org/officeDocument/2006/relationships/slide" Target="/ppt/slides/slide30.xml" Id="R8549fc2e68114e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c8e681ad644049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over and End Slide Master">
  <a:themeElements>
    <a:clrScheme name="ALLPPT-122">
      <a:dk1>
        <a:sysClr val="windowText" lastClr="000000"/>
      </a:dk1>
      <a:lt1>
        <a:sysClr val="window" lastClr="FFFFFF"/>
      </a:lt1>
      <a:dk2>
        <a:srgbClr val="1F497D"/>
      </a:dk2>
      <a:lt2>
        <a:srgbClr val="EEECE1"/>
      </a:lt2>
      <a:accent1>
        <a:srgbClr val="F0D23F"/>
      </a:accent1>
      <a:accent2>
        <a:srgbClr val="F79465"/>
      </a:accent2>
      <a:accent3>
        <a:srgbClr val="ED3B55"/>
      </a:accent3>
      <a:accent4>
        <a:srgbClr val="54CBA0"/>
      </a:accent4>
      <a:accent5>
        <a:srgbClr val="78AAE1"/>
      </a:accent5>
      <a:accent6>
        <a:srgbClr val="77DBE1"/>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ALLPPT-1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943459db014def" /><Relationship Type="http://schemas.openxmlformats.org/officeDocument/2006/relationships/notesMaster" Target="/ppt/notesMasters/notesMaster1.xml" Id="Rc588708790a34a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917b720bdf4a81" /><Relationship Type="http://schemas.openxmlformats.org/officeDocument/2006/relationships/notesMaster" Target="/ppt/notesMasters/notesMaster1.xml" Id="Rf5a1105d029c4c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459e965c3441e2" /><Relationship Type="http://schemas.openxmlformats.org/officeDocument/2006/relationships/notesMaster" Target="/ppt/notesMasters/notesMaster1.xml" Id="Re74d6f6d44bd4a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ec2b96392240b9" /><Relationship Type="http://schemas.openxmlformats.org/officeDocument/2006/relationships/notesMaster" Target="/ppt/notesMasters/notesMaster1.xml" Id="Rc28d9660586541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5ec4ddb8974121" /><Relationship Type="http://schemas.openxmlformats.org/officeDocument/2006/relationships/notesMaster" Target="/ppt/notesMasters/notesMaster1.xml" Id="Rcea208ffc17145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2c560fd918453b" /><Relationship Type="http://schemas.openxmlformats.org/officeDocument/2006/relationships/notesMaster" Target="/ppt/notesMasters/notesMaster1.xml" Id="R06711c9e11c740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3d6782a81b4dd6" /><Relationship Type="http://schemas.openxmlformats.org/officeDocument/2006/relationships/notesMaster" Target="/ppt/notesMasters/notesMaster1.xml" Id="R688a31ec9fa648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27c7c37e014f88" /><Relationship Type="http://schemas.openxmlformats.org/officeDocument/2006/relationships/notesMaster" Target="/ppt/notesMasters/notesMaster1.xml" Id="R2aa1227a4efb42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9dd6be8f5a4387" /><Relationship Type="http://schemas.openxmlformats.org/officeDocument/2006/relationships/notesMaster" Target="/ppt/notesMasters/notesMaster1.xml" Id="R44bb54db463446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717f6c2a3f495c" /><Relationship Type="http://schemas.openxmlformats.org/officeDocument/2006/relationships/notesMaster" Target="/ppt/notesMasters/notesMaster1.xml" Id="R1a8ed2289a0043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29e68563834a5d" /><Relationship Type="http://schemas.openxmlformats.org/officeDocument/2006/relationships/notesMaster" Target="/ppt/notesMasters/notesMaster1.xml" Id="R9dc108cf82e145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8f6353d76e479a" /><Relationship Type="http://schemas.openxmlformats.org/officeDocument/2006/relationships/notesMaster" Target="/ppt/notesMasters/notesMaster1.xml" Id="R71edbfd34cd045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0a8fbcfaed4254" /><Relationship Type="http://schemas.openxmlformats.org/officeDocument/2006/relationships/notesMaster" Target="/ppt/notesMasters/notesMaster1.xml" Id="R7c79d077ea5048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9e3a2ef4164344" /><Relationship Type="http://schemas.openxmlformats.org/officeDocument/2006/relationships/notesMaster" Target="/ppt/notesMasters/notesMaster1.xml" Id="R01e3d13c88dd4b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eeb406c10743ae" /><Relationship Type="http://schemas.openxmlformats.org/officeDocument/2006/relationships/notesMaster" Target="/ppt/notesMasters/notesMaster1.xml" Id="R9ef6123c9ee049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94a79e0a8a449b" /><Relationship Type="http://schemas.openxmlformats.org/officeDocument/2006/relationships/notesMaster" Target="/ppt/notesMasters/notesMaster1.xml" Id="R863711cc4b2144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15acdfd4d1477a" /><Relationship Type="http://schemas.openxmlformats.org/officeDocument/2006/relationships/notesMaster" Target="/ppt/notesMasters/notesMaster1.xml" Id="Rb92b7be2996c4d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65b09f01384044" /><Relationship Type="http://schemas.openxmlformats.org/officeDocument/2006/relationships/notesMaster" Target="/ppt/notesMasters/notesMaster1.xml" Id="R44a3c46ecc8942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3adbe0e1794ad5" /><Relationship Type="http://schemas.openxmlformats.org/officeDocument/2006/relationships/notesMaster" Target="/ppt/notesMasters/notesMaster1.xml" Id="R412c95722519457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4ee275c4508439a" /><Relationship Type="http://schemas.openxmlformats.org/officeDocument/2006/relationships/notesMaster" Target="/ppt/notesMasters/notesMaster1.xml" Id="Racf713a6350349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c593e1fcc6b47f5" /><Relationship Type="http://schemas.openxmlformats.org/officeDocument/2006/relationships/notesMaster" Target="/ppt/notesMasters/notesMaster1.xml" Id="R75faf8ffeb9d46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24aeac8911d45b8" /><Relationship Type="http://schemas.openxmlformats.org/officeDocument/2006/relationships/notesMaster" Target="/ppt/notesMasters/notesMaster1.xml" Id="R5a053647402240a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082b21d1304a1a" /><Relationship Type="http://schemas.openxmlformats.org/officeDocument/2006/relationships/notesMaster" Target="/ppt/notesMasters/notesMaster1.xml" Id="Rdc7d6a148d5a42e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0b34cedac84250" /><Relationship Type="http://schemas.openxmlformats.org/officeDocument/2006/relationships/notesMaster" Target="/ppt/notesMasters/notesMaster1.xml" Id="Rb93be0a2df484c2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e1986742bf47a2" /><Relationship Type="http://schemas.openxmlformats.org/officeDocument/2006/relationships/notesMaster" Target="/ppt/notesMasters/notesMaster1.xml" Id="Rb730b949180c49f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c8cbfa0d14d43e0" /><Relationship Type="http://schemas.openxmlformats.org/officeDocument/2006/relationships/notesMaster" Target="/ppt/notesMasters/notesMaster1.xml" Id="R5c692b9cb61f4d6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cf9fca7147c4fb0" /><Relationship Type="http://schemas.openxmlformats.org/officeDocument/2006/relationships/notesMaster" Target="/ppt/notesMasters/notesMaster1.xml" Id="R4a5186e968234cf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4c0ccfd0454d78" /><Relationship Type="http://schemas.openxmlformats.org/officeDocument/2006/relationships/notesMaster" Target="/ppt/notesMasters/notesMaster1.xml" Id="R0866fe2c458f4b0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36adc8b4d0f4874" /><Relationship Type="http://schemas.openxmlformats.org/officeDocument/2006/relationships/notesMaster" Target="/ppt/notesMasters/notesMaster1.xml" Id="R3f5c4fcd88f1472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08fcee5f6e74069" /><Relationship Type="http://schemas.openxmlformats.org/officeDocument/2006/relationships/notesMaster" Target="/ppt/notesMasters/notesMaster1.xml" Id="Rb1fc3e75b8c440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HTML menjelaskan isi dan makna. CSS mengatur presentasi, seperti warna, jarak, dan ukuran huruf. Stylesheet eksternal memisahkan aturan tampilan dari konten sehingga beberapa halaman dapat memakai aturan yang sama. Browser mengambil file CSS dari path pada link. Jika gaya tidak muncul, periksa path dan respons permintaan dahulu, sebelum mengganti selector. Perubahan pada DevTools bersifat sementara; simpan perubahan yang diperlukan dalam file sumber.</a:t>
            </a:r>
          </a:p>
          <a:p xmlns:a="http://schemas.openxmlformats.org/drawingml/2006/main">
            <a:r>
              <a:t>Pertanyaan: Apa yang diperiksa ketika file CSS tidak termuat?</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Apa yang diperiksa ketika file CSS tidak termuat?</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Aturan terdiri dari selector serta blok deklarasi. Deklarasi memuat properti dan nilai. Selector p memilih seluruh paragraf, .card memilih elemen berkelas card, dan #utama memilih id tertentu. Class cocok untuk komponen berulang, sedangkan id harus unik dalam dokumen. Gunakan nama class berdasarkan peran, seperti card atau site-nav, agar nama tetap masuk akal ketika warnanya berubah.</a:t>
            </a:r>
          </a:p>
          <a:p xmlns:a="http://schemas.openxmlformats.org/drawingml/2006/main">
            <a:r>
              <a:t>Pertanyaan: Mengapa nama .merah kurang cocok untuk komponen yang warnanya bisa berubah?</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Mengapa nama .merah kurang cocok untuk komponen yang warnanya bisa berubah?</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Selector turunan memilih elemen berdasarkan konteks, misalnya .card p. Selector anak langsung memakai tanda &gt;. Pseudo-class seperti :hover dan :focus-visible memilih keadaan interaksi. Terlalu banyak konteks membuat aturan sulit dipakai ulang dan meningkatkan specificity. Mulailah dari selector sederhana. Keadaan fokus harus tetap terlihat bagi pengguna keyboard, walaupun desain tombol berubah.</a:t>
            </a:r>
          </a:p>
          <a:p xmlns:a="http://schemas.openxmlformats.org/drawingml/2006/main">
            <a:r>
              <a:t>Pertanyaan: Apa beda .card p dengan .card &gt; p?</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Apa beda .card p dengan .card &gt; p?</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Cascade adalah proses browser memilih deklarasi yang berlaku. Browser mempertimbangkan asal aturan dan importance, layer, specificity, lalu urutan ketika kondisi sebelumnya setara. Dalam latihan dasar semua aturan berasal dari stylesheet penulis, tanpa layer dan tanpa !important. Pada kondisi tersebut selector yang lebih spesifik menang; ketika specificity sama, deklarasi terakhir menang. Pernyataan aturan terakhir selalu menang tidak berlaku untuk semua keadaan.</a:t>
            </a:r>
          </a:p>
          <a:p xmlns:a="http://schemas.openxmlformats.org/drawingml/2006/main">
            <a:r>
              <a:t>Pertanyaan: Jika aturan terakhir memakai selector lebih lemah, apakah selalu menang?</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Jika aturan terakhir memakai selector lebih lemah, apakah selalu menang?</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Specificity dapat dibandingkan sebagai kelompok ID, class/atribut/pseudo-class, dan elemen/pseudo-element. Bandingkan dari kelompok paling kiri; jangan menjumlahkannya sebagai bilangan desimal biasa. Selector .card p mempunyai satu class dan satu elemen. Selector #utama mempunyai satu ID sehingga mengalahkan selector class dalam kondisi cascade yang sama. Inline style dan !important memerlukan penjelasan terpisah. Hindari memakai ID dan !important sebagai jalan pintas untuk setiap konflik.</a:t>
            </a:r>
          </a:p>
          <a:p xmlns:a="http://schemas.openxmlformats.org/drawingml/2006/main">
            <a:r>
              <a:t>Pertanyaan: Warna mana menang jika paragraf .notice berada dalam .card?</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Warna mana menang jika paragraf .notice berada dalam .card?</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Beberapa properti diwariskan dari induk, misalnya color dan font-family. Banyak properti tata letak seperti margin, padding, dan border tidak diwariskan secara biasa. Pewarisan membuat pengaturan tipografi pada body berlaku pada banyak elemen. Deklarasi langsung pada anak dapat mengganti nilai warisan. Gunakan panel Computed untuk melihat nilai akhir, dan periksa dokumentasi apakah sebuah properti inherited. inherit, initial, dan unset mempunyai arti berbeda; tidak perlu memakainya tanpa kebutuhan.</a:t>
            </a:r>
          </a:p>
          <a:p xmlns:a="http://schemas.openxmlformats.org/drawingml/2006/main">
            <a:r>
              <a:t>Pertanyaan: Mengapa border pada body tidak otomatis menjadi border pada paragraf?</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Mengapa border pada body tidak otomatis menjadi border pada paragraf?</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Setiap kotak memiliki content, padding, border, dan margin. Content adalah ruang isi. Padding memberi jarak isi ke border. Border mengelilingi padding dan content. Margin memberi jarak terhadap elemen sekitar. Dalam content-box, width mengukur content saja. Untuk width 240px, padding kiri-kanan 16px, dan border kiri-kanan 2px, lebar kotak border adalah 276px, belum termasuk margin. Hitung dahulu lalu cocokkan dengan DevTools.</a:t>
            </a:r>
          </a:p>
          <a:p xmlns:a="http://schemas.openxmlformats.org/drawingml/2006/main">
            <a:r>
              <a:t>Pertanyaan: Berapa lebar border-box pada contoh?</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Berapa lebar border-box pada contoh?</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border-box membuat width mencakup content, padding, dan border, sehingga ukuran komponen lebih mudah diperkirakan. Margin tetap di luar width. Konten panjang, gambar besar, dan ukuran tetap dapat menyebabkan overflow. Jangan sekadar menyembunyikan overflow untuk menutupi masalah; cari elemen yang terlalu lebar. Margin vertikal elemen block dalam normal flow dapat collapse pada kondisi tertentu, sehingga jarak nyata tidak selalu hasil penjumlahan dua margin.</a:t>
            </a:r>
          </a:p>
          <a:p xmlns:a="http://schemas.openxmlformats.org/drawingml/2006/main">
            <a:r>
              <a:t>Pertanyaan: Apa yang berubah pada lebar kotak jika box-sizing menjadi border-box?</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Apa yang berubah pada lebar kotak jika box-sizing menjadi border-box?</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px merupakan unit CSS, bukan selalu satu piksel fisik perangkat. rem merujuk ukuran font elemen root, sedangkan em bergantung konteks ukuran font. Persen mengikuti besaran acuan properti terkait. Untuk pemula, gunakan rem untuk tipografi dan banyak jarak, serta persen atau max-width untuk wadah fleksibel. Tidak semua persen memiliki acuan yang sama. Jangan menetapkan ukuran root sangat kecil hanya agar hitungan menjadi mudah.</a:t>
            </a:r>
          </a:p>
          <a:p xmlns:a="http://schemas.openxmlformats.org/drawingml/2006/main">
            <a:r>
              <a:t>Pertanyaan: Jika root 16px, berapa 1.5rem?</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Jika root 16px, berapa 1.5rem?</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Warna dapat ditulis dengan nama, hex, rgb, atau hsl. Pilih kontras teks dengan latar yang cukup; warna saja tidak boleh menjadi penanda status. Gunakan line-height tanpa unit untuk memudahkan pewarisan. Batasi panjang baris agar paragraf nyaman dibaca. Font fallback membantu ketika font pilihan tidak tersedia. Jangan memasukkan terlalu banyak jenis font atau ukuran yang tidak mempunyai peran jelas.</a:t>
            </a:r>
          </a:p>
          <a:p xmlns:a="http://schemas.openxmlformats.org/drawingml/2006/main">
            <a:r>
              <a:t>Pertanyaan: Mengapa line-height membantu keterbacaan?</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Mengapa line-height membantu keterbacaan?</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 properties menyimpan nilai yang dapat digunakan melalui var(). Definisikan nilai bersama di :root, misalnya warna utama dan unit jarak. Nilai dapat diwariskan dan diganti dalam konteks tertentu. Susun stylesheet dari pengaturan umum menuju komponen dan keadaan interaksi. Naming convention seperti .site-header dan .card-title membantu konsistensi. Minggu ini tidak mewajibkan metodologi atau framework CSS tertentu.</a:t>
            </a:r>
          </a:p>
          <a:p xmlns:a="http://schemas.openxmlformats.org/drawingml/2006/main">
            <a:r>
              <a:t>Pertanyaan: Bagaimana mengganti warna utama tanpa mencari setiap deklarasi?</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Bagaimana mengganti warna utama tanpa mencari setiap deklarasi?</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Panel Styles menunjukkan aturan yang cocok dan deklarasi yang kalah biasanya dicoret. Computed menunjukkan nilai akhirnya. Diagram box model membantu memisahkan ukuran isi dan jarak. Periksa masalah dengan urutan: file termuat, selector cocok, deklarasi valid, cascade, lalu ukuran nyata. Ubah satu nilai per eksperimen dan simpan hasil sebelum-sesudah. Gunakan bukti tersebut untuk menjelaskan, bukan hanya mengatakan tampilannya berbeda.</a:t>
            </a:r>
          </a:p>
          <a:p xmlns:a="http://schemas.openxmlformats.org/drawingml/2006/main">
            <a:r>
              <a:t>Pertanyaan: Bagaimana membedakan typo properti dengan kalah specificity?</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Tempatkan potongan sesuai penjelasan pada PDF.</a:t>
            </a:r>
          </a:p>
          <a:p xmlns:a="http://schemas.openxmlformats.org/drawingml/2006/main">
            <a:r>
              <a:t>Bagaimana membedakan typo properti dengan kalah specificity?</a:t>
            </a:r>
          </a:p>
          <a:p xmlns:a="http://schemas.openxmlformats.org/drawingml/2006/main">
            <a:r>
              <a:t/>
            </a:r>
          </a:p>
          <a:p xmlns:a="http://schemas.openxmlformats.org/drawingml/2006/main">
            <a:r>
              <a:t>Sumber: https://developer.mozilla.org/en-US/docs/Learn_web_development/Core/Styling_basics/Handling_conflicts</a:t>
            </a:r>
          </a:p>
          <a:p xmlns:a="http://schemas.openxmlformats.org/drawingml/2006/main">
            <a:r>
              <a:t>https://developer.mozilla.org/en-US/curriculum/core/css-fundamentals/</a:t>
            </a:r>
          </a:p>
          <a:p xmlns:a="http://schemas.openxmlformats.org/drawingml/2006/main">
            <a:r>
              <a:t>https://www.w3.org/WAI/tutorials/forms/</a:t>
            </a:r>
          </a:p>
          <a:p xmlns:a="http://schemas.openxmlformats.org/drawingml/2006/main">
            <a:r>
              <a:t>https://www.w3.org/TR/WCAG22/</a:t>
            </a:r>
          </a:p>
          <a:p xmlns:a="http://schemas.openxmlformats.org/drawingml/2006/main">
            <a:r>
              <a:t>https://html.spec.whatwg.org/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010964fc5a41e1" /><Relationship Type="http://schemas.openxmlformats.org/officeDocument/2006/relationships/image" Target="/ppt/media/image.jpeg" Id="Ra65713a202a545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2da1a7a4884721" /><Relationship Type="http://schemas.openxmlformats.org/officeDocument/2006/relationships/image" Target="/ppt/media/image2.jpeg" Id="Ree5477fc217145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b40a1e3be3464e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77f8b802623a4dc9" /><Relationship Type="http://schemas.openxmlformats.org/officeDocument/2006/relationships/image" Target="/ppt/media/image3.jpeg" Id="R400505beaffe4f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a18c492ac2a542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2.xml" Id="Rf36ea00c306b4ef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f9d23791a2e445c1" /><Relationship Type="http://schemas.openxmlformats.org/officeDocument/2006/relationships/image" Target="/ppt/media/image4.jpeg" Id="R6b7bb41208754ec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a7ec9822cf54433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66e2b644339a4163" /><Relationship Type="http://schemas.openxmlformats.org/officeDocument/2006/relationships/image" Target="/ppt/media/image5.jpeg" Id="R2a2155bd3141447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1c733f0f689c41c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200490fc67af408f" /><Relationship Type="http://schemas.openxmlformats.org/officeDocument/2006/relationships/image" Target="/ppt/media/image6.jpeg" Id="R75d15f53a1974fa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cd633b6359fe48ca"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91304d66b341444c" /><Relationship Type="http://schemas.openxmlformats.org/officeDocument/2006/relationships/image" Target="/ppt/media/image7.jpeg" Id="Rff3eae3cc20d48f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f86db04abe0b463e"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a2ffa7471e1c44ee" /><Relationship Type="http://schemas.openxmlformats.org/officeDocument/2006/relationships/image" Target="/ppt/media/image8.jpeg" Id="R2d2c3529fc394a55"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38d3a5d69b924f4d"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82901edd349f4aa4" /><Relationship Type="http://schemas.openxmlformats.org/officeDocument/2006/relationships/image" Target="/ppt/media/image3.jpeg" Id="R3f1c962dbbcd428c"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5d853b53234347a3" /><Relationship Type="http://schemas.openxmlformats.org/officeDocument/2006/relationships/image" Target="/ppt/media/image9.jpeg" Id="Rb815df4207d840fa"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4cd73c6ca0f24081" /><Relationship Type="http://schemas.openxmlformats.org/officeDocument/2006/relationships/image" Target="/ppt/media/image10.jpeg" Id="R49eca12249bb4216"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aff780a86dd7492f"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3.xml" Id="R85e2ca50190b401e" /><Relationship Type="http://schemas.openxmlformats.org/officeDocument/2006/relationships/image" Target="/ppt/media/image2.jpeg" Id="R128073ef3cfd4afd" /></Relationships>
</file>

<file path=ppt/slideLayouts/slideLayout1.xml><?xml version="1.0" encoding="utf-8"?>
<p:sldLayout xmlns:p="http://schemas.openxmlformats.org/presentationml/2006/main" preserve="1" userDrawn="1">
  <p:cSld name="Cover slide layout">
    <p:bg>
      <p:bgPr>
        <a:blipFill xmlns:a="http://schemas.openxmlformats.org/drawingml/2006/main" rotWithShape="1">
          <a:blip xmlns:r="http://schemas.openxmlformats.org/officeDocument/2006/relationships" r:embed="Ra65713a202a545b9">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userDrawn="1">
  <p:cSld name="End slide layout">
    <p:bg>
      <p:bgPr>
        <a:blipFill xmlns:a="http://schemas.openxmlformats.org/drawingml/2006/main" rotWithShape="1">
          <a:blip xmlns:r="http://schemas.openxmlformats.org/officeDocument/2006/relationships" r:embed="Ree5477fc21714504">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userDrawn="1">
  <p:cSld name="Contents slide layout">
    <p:spTree>
      <p:nvGrpSpPr>
        <p:cNvPr id="1" name=""/>
        <p:cNvGrpSpPr/>
        <p:nvPr/>
      </p:nvGrpSpPr>
      <p:grpSpPr>
        <a:xfrm xmlns:a="http://schemas.openxmlformats.org/drawingml/2006/main"/>
      </p:grpSpPr>
      <p:sp>
        <p:nvSpPr>
          <p:cNvPr id="2" name="Text Placeholder 9">
            <a:extLst xmlns:a="http://schemas.openxmlformats.org/drawingml/2006/main">
              <a:ext uri="{FF2B5EF4-FFF2-40B4-BE49-F238E27FC236}">
                <a16:creationId xmlns:a16="http://schemas.microsoft.com/office/drawing/2014/main" id="{23DE32A5-6181-4C51-AD5C-3F1A448478A1}"/>
              </a:ext>
            </a:extLst>
          </p:cNvPr>
          <p:cNvSpPr>
            <a:spLocks xmlns:a="http://schemas.openxmlformats.org/drawingml/2006/main" noGrp="1"/>
          </p:cNvSpPr>
          <p:nvPr>
            <p:ph type="body" idx="10"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BASIC LAYOUT</a:t>
            </a:r>
          </a:p>
        </p:txBody>
      </p:sp>
    </p:spTree>
  </p:cSld>
</p:sldLayout>
</file>

<file path=ppt/slideLayouts/slideLayout4.xml><?xml version="1.0" encoding="utf-8"?>
<p:sldLayout xmlns:p="http://schemas.openxmlformats.org/presentationml/2006/main" preserve="1" userDrawn="1">
  <p:cSld name="3_Agenda slide layout">
    <p:bg>
      <p:bgPr>
        <a:blipFill xmlns:a="http://schemas.openxmlformats.org/drawingml/2006/main" rotWithShape="1">
          <a:blip xmlns:r="http://schemas.openxmlformats.org/officeDocument/2006/relationships" r:embed="R400505beaffe4f2e">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preserve="1" userDrawn="1">
  <p:cSld name="4_Taam slide layout">
    <p:spTree>
      <p:nvGrpSpPr>
        <p:cNvPr id="1" name=""/>
        <p:cNvGrpSpPr/>
        <p:nvPr/>
      </p:nvGrpSpPr>
      <p:grpSpPr>
        <a:xfrm xmlns:a="http://schemas.openxmlformats.org/drawingml/2006/main"/>
      </p:grpSpPr>
      <p:sp>
        <p:nvSpPr>
          <p:cNvPr id="3" name="Text Placeholder 9">
            <a:extLst xmlns:a="http://schemas.openxmlformats.org/drawingml/2006/main">
              <a:ext uri="{FF2B5EF4-FFF2-40B4-BE49-F238E27FC236}">
                <a16:creationId xmlns:a16="http://schemas.microsoft.com/office/drawing/2014/main" id="{EF70765A-4598-4D75-8EBE-B820808F6559}"/>
              </a:ext>
            </a:extLst>
          </p:cNvPr>
          <p:cNvSpPr>
            <a:spLocks xmlns:a="http://schemas.openxmlformats.org/drawingml/2006/main" noGrp="1"/>
          </p:cNvSpPr>
          <p:nvPr>
            <p:ph type="body" idx="10"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Our Team LAYOUT</a:t>
            </a:r>
          </a:p>
        </p:txBody>
      </p:sp>
      <p:sp>
        <p:nvSpPr>
          <p:cNvPr id="5" name="Rounded Rectangle 4">
            <a:extLst xmlns:a="http://schemas.openxmlformats.org/drawingml/2006/main">
              <a:ext uri="{FF2B5EF4-FFF2-40B4-BE49-F238E27FC236}">
                <a16:creationId xmlns:a16="http://schemas.microsoft.com/office/drawing/2014/main" id="{D36CEC37-AE54-4204-926B-C76F46588CF5}"/>
              </a:ext>
            </a:extLst>
          </p:cNvPr>
          <p:cNvSpPr>
            <a:spLocks xmlns:a="http://schemas.openxmlformats.org/drawingml/2006/main" noGrp="1"/>
          </p:cNvSpPr>
          <p:nvPr/>
        </p:nvSpPr>
        <p:spPr>
          <a:xfrm xmlns:a="http://schemas.openxmlformats.org/drawingml/2006/main" rot="0" flipH="0" flipV="0">
            <a:off x="1200508" y="1779191"/>
            <a:ext cx="1512000" cy="2654855"/>
          </a:xfrm>
          <a:prstGeom xmlns:a="http://schemas.openxmlformats.org/drawingml/2006/main" prst="roundRect">
            <a:avLst>
              <a:gd name="adj" fmla="val 13580"/>
            </a:avLst>
          </a:prstGeom>
          <a:solidFill xmlns:a="http://schemas.openxmlformats.org/drawingml/2006/main">
            <a:srgbClr val="262626"/>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6" name="Rectangle 5">
            <a:extLst xmlns:a="http://schemas.openxmlformats.org/drawingml/2006/main">
              <a:ext uri="{FF2B5EF4-FFF2-40B4-BE49-F238E27FC236}">
                <a16:creationId xmlns:a16="http://schemas.microsoft.com/office/drawing/2014/main" id="{CE60B77A-53FD-4AF2-A307-E9092175FAE6}"/>
              </a:ext>
            </a:extLst>
          </p:cNvPr>
          <p:cNvSpPr>
            <a:spLocks xmlns:a="http://schemas.openxmlformats.org/drawingml/2006/main" noGrp="1"/>
          </p:cNvSpPr>
          <p:nvPr/>
        </p:nvSpPr>
        <p:spPr>
          <a:xfrm xmlns:a="http://schemas.openxmlformats.org/drawingml/2006/main" rot="0" flipH="0" flipV="0">
            <a:off x="1868994" y="1915536"/>
            <a:ext cx="154579" cy="23239"/>
          </a:xfrm>
          <a:prstGeom xmlns:a="http://schemas.openxmlformats.org/drawingml/2006/main" prst="rect">
            <a:avLst/>
          </a:prstGeom>
          <a:solidFill xmlns:a="http://schemas.openxmlformats.org/drawingml/2006/main">
            <a:srgbClr val="B0B0B0"/>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8" name="Oval 7">
            <a:extLst xmlns:a="http://schemas.openxmlformats.org/drawingml/2006/main">
              <a:ext uri="{FF2B5EF4-FFF2-40B4-BE49-F238E27FC236}">
                <a16:creationId xmlns:a16="http://schemas.microsoft.com/office/drawing/2014/main" id="{60F1F554-1B98-471E-A329-2CCFAEA07233}"/>
              </a:ext>
            </a:extLst>
          </p:cNvPr>
          <p:cNvSpPr>
            <a:spLocks xmlns:a="http://schemas.openxmlformats.org/drawingml/2006/main" noGrp="1"/>
          </p:cNvSpPr>
          <p:nvPr/>
        </p:nvSpPr>
        <p:spPr>
          <a:xfrm xmlns:a="http://schemas.openxmlformats.org/drawingml/2006/main" rot="0" flipH="0" flipV="0">
            <a:off x="1888876" y="4212560"/>
            <a:ext cx="151675" cy="143403"/>
          </a:xfrm>
          <a:prstGeom xmlns:a="http://schemas.openxmlformats.org/drawingml/2006/main" prst="ellipse">
            <a:avLst/>
          </a:prstGeom>
          <a:gradFill xmlns:a="http://schemas.openxmlformats.org/drawingml/2006/main"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xmlns:a="http://schemas.openxmlformats.org/drawingml/2006/main" w="0">
            <a:solidFill>
              <a:srgbClr val="262626"/>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9" name="Rounded Rectangle 8">
            <a:extLst xmlns:a="http://schemas.openxmlformats.org/drawingml/2006/main">
              <a:ext uri="{FF2B5EF4-FFF2-40B4-BE49-F238E27FC236}">
                <a16:creationId xmlns:a16="http://schemas.microsoft.com/office/drawing/2014/main" id="{6520737B-1186-4E1C-A360-4B9B8D32D5FB}"/>
              </a:ext>
            </a:extLst>
          </p:cNvPr>
          <p:cNvSpPr>
            <a:spLocks xmlns:a="http://schemas.openxmlformats.org/drawingml/2006/main" noGrp="1"/>
          </p:cNvSpPr>
          <p:nvPr/>
        </p:nvSpPr>
        <p:spPr>
          <a:xfrm xmlns:a="http://schemas.openxmlformats.org/drawingml/2006/main" rot="0" flipH="0" flipV="0">
            <a:off x="1930027" y="4251227"/>
            <a:ext cx="69373" cy="66070"/>
          </a:xfrm>
          <a:prstGeom xmlns:a="http://schemas.openxmlformats.org/drawingml/2006/main" prst="roundRect">
            <a:avLst/>
          </a:prstGeom>
          <a:solidFill xmlns:a="http://schemas.openxmlformats.org/drawingml/2006/main">
            <a:srgbClr val="737373"/>
          </a:solidFill>
          <a:ln xmlns:a="http://schemas.openxmlformats.org/drawingml/2006/main" w="6350">
            <a:solidFill>
              <a:srgbClr val="B0B0B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1" name="Rounded Rectangle 4">
            <a:extLst xmlns:a="http://schemas.openxmlformats.org/drawingml/2006/main">
              <a:ext uri="{FF2B5EF4-FFF2-40B4-BE49-F238E27FC236}">
                <a16:creationId xmlns:a16="http://schemas.microsoft.com/office/drawing/2014/main" id="{6A107028-0C6A-44AE-9857-3E19BFBC6250}"/>
              </a:ext>
            </a:extLst>
          </p:cNvPr>
          <p:cNvSpPr>
            <a:spLocks xmlns:a="http://schemas.openxmlformats.org/drawingml/2006/main" noGrp="1"/>
          </p:cNvSpPr>
          <p:nvPr/>
        </p:nvSpPr>
        <p:spPr>
          <a:xfrm xmlns:a="http://schemas.openxmlformats.org/drawingml/2006/main" rot="0" flipH="0" flipV="0">
            <a:off x="3962075" y="1779191"/>
            <a:ext cx="1512000" cy="2654855"/>
          </a:xfrm>
          <a:prstGeom xmlns:a="http://schemas.openxmlformats.org/drawingml/2006/main" prst="roundRect">
            <a:avLst>
              <a:gd name="adj" fmla="val 13580"/>
            </a:avLst>
          </a:prstGeom>
          <a:solidFill xmlns:a="http://schemas.openxmlformats.org/drawingml/2006/main">
            <a:srgbClr val="262626"/>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2" name="Rectangle 5">
            <a:extLst xmlns:a="http://schemas.openxmlformats.org/drawingml/2006/main">
              <a:ext uri="{FF2B5EF4-FFF2-40B4-BE49-F238E27FC236}">
                <a16:creationId xmlns:a16="http://schemas.microsoft.com/office/drawing/2014/main" id="{8B5810DE-111C-4544-99EB-EF865DE49C8A}"/>
              </a:ext>
            </a:extLst>
          </p:cNvPr>
          <p:cNvSpPr>
            <a:spLocks xmlns:a="http://schemas.openxmlformats.org/drawingml/2006/main" noGrp="1"/>
          </p:cNvSpPr>
          <p:nvPr/>
        </p:nvSpPr>
        <p:spPr>
          <a:xfrm xmlns:a="http://schemas.openxmlformats.org/drawingml/2006/main" rot="0" flipH="0" flipV="0">
            <a:off x="4630561" y="1915536"/>
            <a:ext cx="154579" cy="23239"/>
          </a:xfrm>
          <a:prstGeom xmlns:a="http://schemas.openxmlformats.org/drawingml/2006/main" prst="rect">
            <a:avLst/>
          </a:prstGeom>
          <a:solidFill xmlns:a="http://schemas.openxmlformats.org/drawingml/2006/main">
            <a:srgbClr val="B0B0B0"/>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4" name="Oval 7">
            <a:extLst xmlns:a="http://schemas.openxmlformats.org/drawingml/2006/main">
              <a:ext uri="{FF2B5EF4-FFF2-40B4-BE49-F238E27FC236}">
                <a16:creationId xmlns:a16="http://schemas.microsoft.com/office/drawing/2014/main" id="{675AE696-9854-4F9F-8328-3D901AB87BC7}"/>
              </a:ext>
            </a:extLst>
          </p:cNvPr>
          <p:cNvSpPr>
            <a:spLocks xmlns:a="http://schemas.openxmlformats.org/drawingml/2006/main" noGrp="1"/>
          </p:cNvSpPr>
          <p:nvPr/>
        </p:nvSpPr>
        <p:spPr>
          <a:xfrm xmlns:a="http://schemas.openxmlformats.org/drawingml/2006/main" rot="0" flipH="0" flipV="0">
            <a:off x="4650443" y="4212560"/>
            <a:ext cx="151675" cy="143403"/>
          </a:xfrm>
          <a:prstGeom xmlns:a="http://schemas.openxmlformats.org/drawingml/2006/main" prst="ellipse">
            <a:avLst/>
          </a:prstGeom>
          <a:gradFill xmlns:a="http://schemas.openxmlformats.org/drawingml/2006/main"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xmlns:a="http://schemas.openxmlformats.org/drawingml/2006/main" w="0">
            <a:solidFill>
              <a:srgbClr val="262626"/>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5" name="Rounded Rectangle 8">
            <a:extLst xmlns:a="http://schemas.openxmlformats.org/drawingml/2006/main">
              <a:ext uri="{FF2B5EF4-FFF2-40B4-BE49-F238E27FC236}">
                <a16:creationId xmlns:a16="http://schemas.microsoft.com/office/drawing/2014/main" id="{1EE822FB-BAB6-4765-BAB8-F8CFD8DBD1CA}"/>
              </a:ext>
            </a:extLst>
          </p:cNvPr>
          <p:cNvSpPr>
            <a:spLocks xmlns:a="http://schemas.openxmlformats.org/drawingml/2006/main" noGrp="1"/>
          </p:cNvSpPr>
          <p:nvPr/>
        </p:nvSpPr>
        <p:spPr>
          <a:xfrm xmlns:a="http://schemas.openxmlformats.org/drawingml/2006/main" rot="0" flipH="0" flipV="0">
            <a:off x="4691594" y="4251227"/>
            <a:ext cx="69373" cy="66070"/>
          </a:xfrm>
          <a:prstGeom xmlns:a="http://schemas.openxmlformats.org/drawingml/2006/main" prst="roundRect">
            <a:avLst/>
          </a:prstGeom>
          <a:solidFill xmlns:a="http://schemas.openxmlformats.org/drawingml/2006/main">
            <a:srgbClr val="737373"/>
          </a:solidFill>
          <a:ln xmlns:a="http://schemas.openxmlformats.org/drawingml/2006/main" w="6350">
            <a:solidFill>
              <a:srgbClr val="B0B0B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7" name="Rounded Rectangle 4">
            <a:extLst xmlns:a="http://schemas.openxmlformats.org/drawingml/2006/main">
              <a:ext uri="{FF2B5EF4-FFF2-40B4-BE49-F238E27FC236}">
                <a16:creationId xmlns:a16="http://schemas.microsoft.com/office/drawing/2014/main" id="{C5C12189-4C71-4BA8-8527-F51EDF15CAED}"/>
              </a:ext>
            </a:extLst>
          </p:cNvPr>
          <p:cNvSpPr>
            <a:spLocks xmlns:a="http://schemas.openxmlformats.org/drawingml/2006/main" noGrp="1"/>
          </p:cNvSpPr>
          <p:nvPr/>
        </p:nvSpPr>
        <p:spPr>
          <a:xfrm xmlns:a="http://schemas.openxmlformats.org/drawingml/2006/main" rot="0" flipH="0" flipV="0">
            <a:off x="6723642" y="1779191"/>
            <a:ext cx="1512000" cy="2654855"/>
          </a:xfrm>
          <a:prstGeom xmlns:a="http://schemas.openxmlformats.org/drawingml/2006/main" prst="roundRect">
            <a:avLst>
              <a:gd name="adj" fmla="val 13580"/>
            </a:avLst>
          </a:prstGeom>
          <a:solidFill xmlns:a="http://schemas.openxmlformats.org/drawingml/2006/main">
            <a:srgbClr val="262626"/>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8" name="Rectangle 5">
            <a:extLst xmlns:a="http://schemas.openxmlformats.org/drawingml/2006/main">
              <a:ext uri="{FF2B5EF4-FFF2-40B4-BE49-F238E27FC236}">
                <a16:creationId xmlns:a16="http://schemas.microsoft.com/office/drawing/2014/main" id="{B007A9B8-7BCE-4BAD-861E-F43AF30C90AB}"/>
              </a:ext>
            </a:extLst>
          </p:cNvPr>
          <p:cNvSpPr>
            <a:spLocks xmlns:a="http://schemas.openxmlformats.org/drawingml/2006/main" noGrp="1"/>
          </p:cNvSpPr>
          <p:nvPr/>
        </p:nvSpPr>
        <p:spPr>
          <a:xfrm xmlns:a="http://schemas.openxmlformats.org/drawingml/2006/main" rot="0" flipH="0" flipV="0">
            <a:off x="7392128" y="1915536"/>
            <a:ext cx="154579" cy="23239"/>
          </a:xfrm>
          <a:prstGeom xmlns:a="http://schemas.openxmlformats.org/drawingml/2006/main" prst="rect">
            <a:avLst/>
          </a:prstGeom>
          <a:solidFill xmlns:a="http://schemas.openxmlformats.org/drawingml/2006/main">
            <a:srgbClr val="B0B0B0"/>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0" name="Oval 7">
            <a:extLst xmlns:a="http://schemas.openxmlformats.org/drawingml/2006/main">
              <a:ext uri="{FF2B5EF4-FFF2-40B4-BE49-F238E27FC236}">
                <a16:creationId xmlns:a16="http://schemas.microsoft.com/office/drawing/2014/main" id="{1ABA39FE-6EF1-4D4F-88E8-D71FF652C862}"/>
              </a:ext>
            </a:extLst>
          </p:cNvPr>
          <p:cNvSpPr>
            <a:spLocks xmlns:a="http://schemas.openxmlformats.org/drawingml/2006/main" noGrp="1"/>
          </p:cNvSpPr>
          <p:nvPr/>
        </p:nvSpPr>
        <p:spPr>
          <a:xfrm xmlns:a="http://schemas.openxmlformats.org/drawingml/2006/main" rot="0" flipH="0" flipV="0">
            <a:off x="7412010" y="4212560"/>
            <a:ext cx="151675" cy="143403"/>
          </a:xfrm>
          <a:prstGeom xmlns:a="http://schemas.openxmlformats.org/drawingml/2006/main" prst="ellipse">
            <a:avLst/>
          </a:prstGeom>
          <a:gradFill xmlns:a="http://schemas.openxmlformats.org/drawingml/2006/main"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xmlns:a="http://schemas.openxmlformats.org/drawingml/2006/main" w="0">
            <a:solidFill>
              <a:srgbClr val="262626"/>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1" name="Rounded Rectangle 8">
            <a:extLst xmlns:a="http://schemas.openxmlformats.org/drawingml/2006/main">
              <a:ext uri="{FF2B5EF4-FFF2-40B4-BE49-F238E27FC236}">
                <a16:creationId xmlns:a16="http://schemas.microsoft.com/office/drawing/2014/main" id="{66C97352-4633-4B25-8910-54F3DE0B49BF}"/>
              </a:ext>
            </a:extLst>
          </p:cNvPr>
          <p:cNvSpPr>
            <a:spLocks xmlns:a="http://schemas.openxmlformats.org/drawingml/2006/main" noGrp="1"/>
          </p:cNvSpPr>
          <p:nvPr/>
        </p:nvSpPr>
        <p:spPr>
          <a:xfrm xmlns:a="http://schemas.openxmlformats.org/drawingml/2006/main" rot="0" flipH="0" flipV="0">
            <a:off x="7453161" y="4251227"/>
            <a:ext cx="69373" cy="66070"/>
          </a:xfrm>
          <a:prstGeom xmlns:a="http://schemas.openxmlformats.org/drawingml/2006/main" prst="roundRect">
            <a:avLst/>
          </a:prstGeom>
          <a:solidFill xmlns:a="http://schemas.openxmlformats.org/drawingml/2006/main">
            <a:srgbClr val="737373"/>
          </a:solidFill>
          <a:ln xmlns:a="http://schemas.openxmlformats.org/drawingml/2006/main" w="6350">
            <a:solidFill>
              <a:srgbClr val="B0B0B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3" name="Rounded Rectangle 4">
            <a:extLst xmlns:a="http://schemas.openxmlformats.org/drawingml/2006/main">
              <a:ext uri="{FF2B5EF4-FFF2-40B4-BE49-F238E27FC236}">
                <a16:creationId xmlns:a16="http://schemas.microsoft.com/office/drawing/2014/main" id="{15189DD4-56C8-4F92-A3F9-AA93E4F0FBC1}"/>
              </a:ext>
            </a:extLst>
          </p:cNvPr>
          <p:cNvSpPr>
            <a:spLocks xmlns:a="http://schemas.openxmlformats.org/drawingml/2006/main" noGrp="1"/>
          </p:cNvSpPr>
          <p:nvPr/>
        </p:nvSpPr>
        <p:spPr>
          <a:xfrm xmlns:a="http://schemas.openxmlformats.org/drawingml/2006/main" rot="0" flipH="0" flipV="0">
            <a:off x="9485208" y="1779191"/>
            <a:ext cx="1512000" cy="2654855"/>
          </a:xfrm>
          <a:prstGeom xmlns:a="http://schemas.openxmlformats.org/drawingml/2006/main" prst="roundRect">
            <a:avLst>
              <a:gd name="adj" fmla="val 13580"/>
            </a:avLst>
          </a:prstGeom>
          <a:solidFill xmlns:a="http://schemas.openxmlformats.org/drawingml/2006/main">
            <a:srgbClr val="262626"/>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4" name="Rectangle 5">
            <a:extLst xmlns:a="http://schemas.openxmlformats.org/drawingml/2006/main">
              <a:ext uri="{FF2B5EF4-FFF2-40B4-BE49-F238E27FC236}">
                <a16:creationId xmlns:a16="http://schemas.microsoft.com/office/drawing/2014/main" id="{DDFA377A-F4DE-4B15-81AA-EEE8672B6FFD}"/>
              </a:ext>
            </a:extLst>
          </p:cNvPr>
          <p:cNvSpPr>
            <a:spLocks xmlns:a="http://schemas.openxmlformats.org/drawingml/2006/main" noGrp="1"/>
          </p:cNvSpPr>
          <p:nvPr/>
        </p:nvSpPr>
        <p:spPr>
          <a:xfrm xmlns:a="http://schemas.openxmlformats.org/drawingml/2006/main" rot="0" flipH="0" flipV="0">
            <a:off x="10153694" y="1915536"/>
            <a:ext cx="154579" cy="23239"/>
          </a:xfrm>
          <a:prstGeom xmlns:a="http://schemas.openxmlformats.org/drawingml/2006/main" prst="rect">
            <a:avLst/>
          </a:prstGeom>
          <a:solidFill xmlns:a="http://schemas.openxmlformats.org/drawingml/2006/main">
            <a:srgbClr val="B0B0B0"/>
          </a:solidFill>
          <a:ln xmlns:a="http://schemas.openxmlformats.org/drawingml/2006/main" w="889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6" name="Oval 7">
            <a:extLst xmlns:a="http://schemas.openxmlformats.org/drawingml/2006/main">
              <a:ext uri="{FF2B5EF4-FFF2-40B4-BE49-F238E27FC236}">
                <a16:creationId xmlns:a16="http://schemas.microsoft.com/office/drawing/2014/main" id="{9C3DE81D-34C4-48C5-A7F5-234384138E35}"/>
              </a:ext>
            </a:extLst>
          </p:cNvPr>
          <p:cNvSpPr>
            <a:spLocks xmlns:a="http://schemas.openxmlformats.org/drawingml/2006/main" noGrp="1"/>
          </p:cNvSpPr>
          <p:nvPr/>
        </p:nvSpPr>
        <p:spPr>
          <a:xfrm xmlns:a="http://schemas.openxmlformats.org/drawingml/2006/main" rot="0" flipH="0" flipV="0">
            <a:off x="10173576" y="4212560"/>
            <a:ext cx="151675" cy="143403"/>
          </a:xfrm>
          <a:prstGeom xmlns:a="http://schemas.openxmlformats.org/drawingml/2006/main" prst="ellipse">
            <a:avLst/>
          </a:prstGeom>
          <a:gradFill xmlns:a="http://schemas.openxmlformats.org/drawingml/2006/main"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xmlns:a="http://schemas.openxmlformats.org/drawingml/2006/main" w="0">
            <a:solidFill>
              <a:srgbClr val="262626"/>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7" name="Rounded Rectangle 8">
            <a:extLst xmlns:a="http://schemas.openxmlformats.org/drawingml/2006/main">
              <a:ext uri="{FF2B5EF4-FFF2-40B4-BE49-F238E27FC236}">
                <a16:creationId xmlns:a16="http://schemas.microsoft.com/office/drawing/2014/main" id="{753A738C-E9C5-4E32-A7A1-0F88BCDA2416}"/>
              </a:ext>
            </a:extLst>
          </p:cNvPr>
          <p:cNvSpPr>
            <a:spLocks xmlns:a="http://schemas.openxmlformats.org/drawingml/2006/main" noGrp="1"/>
          </p:cNvSpPr>
          <p:nvPr/>
        </p:nvSpPr>
        <p:spPr>
          <a:xfrm xmlns:a="http://schemas.openxmlformats.org/drawingml/2006/main" rot="0" flipH="0" flipV="0">
            <a:off x="10214727" y="4251227"/>
            <a:ext cx="69373" cy="66070"/>
          </a:xfrm>
          <a:prstGeom xmlns:a="http://schemas.openxmlformats.org/drawingml/2006/main" prst="roundRect">
            <a:avLst/>
          </a:prstGeom>
          <a:solidFill xmlns:a="http://schemas.openxmlformats.org/drawingml/2006/main">
            <a:srgbClr val="737373"/>
          </a:solidFill>
          <a:ln xmlns:a="http://schemas.openxmlformats.org/drawingml/2006/main" w="6350">
            <a:solidFill>
              <a:srgbClr val="B0B0B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8" name="그림 개체 틀 2">
            <a:extLst xmlns:a="http://schemas.openxmlformats.org/drawingml/2006/main">
              <a:ext uri="{FF2B5EF4-FFF2-40B4-BE49-F238E27FC236}">
                <a16:creationId xmlns:a16="http://schemas.microsoft.com/office/drawing/2014/main" id="{CB46EA28-DC0E-4334-ACB7-F2FA90F1903A}"/>
              </a:ext>
            </a:extLst>
          </p:cNvPr>
          <p:cNvSpPr>
            <a:spLocks xmlns:a="http://schemas.openxmlformats.org/drawingml/2006/main" noGrp="1"/>
          </p:cNvSpPr>
          <p:nvPr>
            <p:ph type="pic" idx="14" hasCustomPrompt="1"/>
          </p:nvPr>
        </p:nvSpPr>
        <p:spPr>
          <a:xfrm xmlns:a="http://schemas.openxmlformats.org/drawingml/2006/main">
            <a:off x="1290508" y="2037611"/>
            <a:ext cx="1332000" cy="2097207"/>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lvl1pPr marL="0" indent="0">
              <a:buNone/>
              <a:defRPr sz="1200">
                <a:solidFill>
                  <a:schemeClr val="tx1">
                    <a:lumMod val="75000"/>
                    <a:lumOff val="25000"/>
                  </a:schemeClr>
                </a:solidFill>
              </a:defRPr>
            </a:lvl1pPr>
          </a:lstStyle>
          <a:p xmlns:a="http://schemas.openxmlformats.org/drawingml/2006/main">
            <a:pPr marL="0" lvl="0" algn="ctr">
              <a:buNone/>
            </a:pPr>
            <a:r>
              <a:t>Place Your Picture Here</a:t>
            </a:r>
            <a:endParaRPr/>
          </a:p>
        </p:txBody>
      </p:sp>
      <p:sp>
        <p:nvSpPr>
          <p:cNvPr id="30" name="그림 개체 틀 2">
            <a:extLst xmlns:a="http://schemas.openxmlformats.org/drawingml/2006/main">
              <a:ext uri="{FF2B5EF4-FFF2-40B4-BE49-F238E27FC236}">
                <a16:creationId xmlns:a16="http://schemas.microsoft.com/office/drawing/2014/main" id="{7EA98078-7EAF-4581-923B-BCD15A2A257E}"/>
              </a:ext>
            </a:extLst>
          </p:cNvPr>
          <p:cNvSpPr>
            <a:spLocks xmlns:a="http://schemas.openxmlformats.org/drawingml/2006/main" noGrp="1"/>
          </p:cNvSpPr>
          <p:nvPr>
            <p:ph type="pic" idx="59" hasCustomPrompt="1"/>
          </p:nvPr>
        </p:nvSpPr>
        <p:spPr>
          <a:xfrm xmlns:a="http://schemas.openxmlformats.org/drawingml/2006/main">
            <a:off x="4052075" y="2037611"/>
            <a:ext cx="1332000" cy="2097207"/>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lvl1pPr marL="0" indent="0">
              <a:buNone/>
              <a:defRPr sz="1200">
                <a:solidFill>
                  <a:schemeClr val="tx1">
                    <a:lumMod val="75000"/>
                    <a:lumOff val="25000"/>
                  </a:schemeClr>
                </a:solidFill>
              </a:defRPr>
            </a:lvl1pPr>
          </a:lstStyle>
          <a:p xmlns:a="http://schemas.openxmlformats.org/drawingml/2006/main">
            <a:pPr marL="0" lvl="0" algn="ctr">
              <a:buNone/>
            </a:pPr>
            <a:r>
              <a:t>Place Your Picture Here</a:t>
            </a:r>
            <a:endParaRPr/>
          </a:p>
        </p:txBody>
      </p:sp>
      <p:sp>
        <p:nvSpPr>
          <p:cNvPr id="32" name="그림 개체 틀 2">
            <a:extLst xmlns:a="http://schemas.openxmlformats.org/drawingml/2006/main">
              <a:ext uri="{FF2B5EF4-FFF2-40B4-BE49-F238E27FC236}">
                <a16:creationId xmlns:a16="http://schemas.microsoft.com/office/drawing/2014/main" id="{443199E8-68A9-4546-8543-4915CC0C5410}"/>
              </a:ext>
            </a:extLst>
          </p:cNvPr>
          <p:cNvSpPr>
            <a:spLocks xmlns:a="http://schemas.openxmlformats.org/drawingml/2006/main" noGrp="1"/>
          </p:cNvSpPr>
          <p:nvPr>
            <p:ph type="pic" idx="63" hasCustomPrompt="1"/>
          </p:nvPr>
        </p:nvSpPr>
        <p:spPr>
          <a:xfrm xmlns:a="http://schemas.openxmlformats.org/drawingml/2006/main">
            <a:off x="6813642" y="2037611"/>
            <a:ext cx="1332000" cy="2097207"/>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lvl1pPr marL="0" indent="0">
              <a:buNone/>
              <a:defRPr sz="1200">
                <a:solidFill>
                  <a:schemeClr val="tx1">
                    <a:lumMod val="75000"/>
                    <a:lumOff val="25000"/>
                  </a:schemeClr>
                </a:solidFill>
              </a:defRPr>
            </a:lvl1pPr>
          </a:lstStyle>
          <a:p xmlns:a="http://schemas.openxmlformats.org/drawingml/2006/main">
            <a:pPr marL="0" lvl="0" algn="ctr">
              <a:buNone/>
            </a:pPr>
            <a:r>
              <a:t>Place Your Picture Here</a:t>
            </a:r>
            <a:endParaRPr/>
          </a:p>
        </p:txBody>
      </p:sp>
      <p:sp>
        <p:nvSpPr>
          <p:cNvPr id="34" name="그림 개체 틀 2">
            <a:extLst xmlns:a="http://schemas.openxmlformats.org/drawingml/2006/main">
              <a:ext uri="{FF2B5EF4-FFF2-40B4-BE49-F238E27FC236}">
                <a16:creationId xmlns:a16="http://schemas.microsoft.com/office/drawing/2014/main" id="{7D111F3C-4DF5-4941-AC67-67B80936F5E9}"/>
              </a:ext>
            </a:extLst>
          </p:cNvPr>
          <p:cNvSpPr>
            <a:spLocks xmlns:a="http://schemas.openxmlformats.org/drawingml/2006/main" noGrp="1"/>
          </p:cNvSpPr>
          <p:nvPr>
            <p:ph type="pic" idx="67" hasCustomPrompt="1"/>
          </p:nvPr>
        </p:nvSpPr>
        <p:spPr>
          <a:xfrm xmlns:a="http://schemas.openxmlformats.org/drawingml/2006/main">
            <a:off x="9575208" y="2037611"/>
            <a:ext cx="1332000" cy="2097207"/>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lvl1pPr marL="0" indent="0">
              <a:buNone/>
              <a:defRPr sz="1200">
                <a:solidFill>
                  <a:schemeClr val="tx1">
                    <a:lumMod val="75000"/>
                    <a:lumOff val="25000"/>
                  </a:schemeClr>
                </a:solidFill>
              </a:defRPr>
            </a:lvl1pPr>
          </a:lstStyle>
          <a:p xmlns:a="http://schemas.openxmlformats.org/drawingml/2006/main">
            <a:pPr marL="0" lvl="0" algn="ctr">
              <a:buNone/>
            </a:pPr>
            <a:r>
              <a:t>Place Your Picture Here</a:t>
            </a:r>
            <a:endParaRPr/>
          </a:p>
        </p:txBody>
      </p:sp>
    </p:spTree>
  </p:cSld>
</p:sldLayout>
</file>

<file path=ppt/slideLayouts/slideLayout6.xml><?xml version="1.0" encoding="utf-8"?>
<p:sldLayout xmlns:p="http://schemas.openxmlformats.org/presentationml/2006/main" preserve="1" userDrawn="1">
  <p:cSld name="5_Contents slide layout">
    <p:spTree>
      <p:nvGrpSpPr>
        <p:cNvPr id="1" name=""/>
        <p:cNvGrpSpPr/>
        <p:nvPr/>
      </p:nvGrpSpPr>
      <p:grpSpPr>
        <a:xfrm xmlns:a="http://schemas.openxmlformats.org/drawingml/2006/main"/>
      </p:grpSpPr>
      <p:sp>
        <p:nvSpPr>
          <p:cNvPr id="2" name="그림 개체 틀 2">
            <a:extLst xmlns:a="http://schemas.openxmlformats.org/drawingml/2006/main">
              <a:ext uri="{FF2B5EF4-FFF2-40B4-BE49-F238E27FC236}">
                <a16:creationId xmlns:a16="http://schemas.microsoft.com/office/drawing/2014/main" id="{79E89AF0-20DB-46F0-9A15-2E35A3D0BF50}"/>
              </a:ext>
            </a:extLst>
          </p:cNvPr>
          <p:cNvSpPr>
            <a:spLocks xmlns:a="http://schemas.openxmlformats.org/drawingml/2006/main" noGrp="1"/>
          </p:cNvSpPr>
          <p:nvPr>
            <p:ph type="pic" idx="15" hasCustomPrompt="1"/>
          </p:nvPr>
        </p:nvSpPr>
        <p:spPr>
          <a:xfrm xmlns:a="http://schemas.openxmlformats.org/drawingml/2006/main">
            <a:off x="1223554" y="791473"/>
            <a:ext cx="4284617" cy="5574492"/>
          </a:xfrm>
          <a:prstGeom xmlns:a="http://schemas.openxmlformats.org/drawingml/2006/main" prst="rect">
            <a:avLst/>
          </a:prstGeom>
          <a:solidFill xmlns:a="http://schemas.openxmlformats.org/drawingml/2006/main">
            <a:schemeClr val="bg1">
              <a:lumMod val="95000"/>
            </a:schemeClr>
          </a:solidFill>
          <a:ln xmlns:a="http://schemas.openxmlformats.org/drawingml/2006/main" w="19050">
            <a:noFill/>
          </a:ln>
        </p:spPr>
        <p:txBody>
          <a:bodyPr xmlns:a="http://schemas.openxmlformats.org/drawingml/2006/main" anchor="ctr"/>
          <a:lstStyle xmlns:a="http://schemas.openxmlformats.org/drawingml/2006/main">
            <a:lvl1pPr marL="0" indent="0" algn="ctr">
              <a:lnSpc>
                <a:spcPct val="100000"/>
              </a:lnSpc>
              <a:buNone/>
              <a:defRPr sz="1200">
                <a:solidFill>
                  <a:schemeClr val="tx1">
                    <a:lumMod val="75000"/>
                    <a:lumOff val="25000"/>
                  </a:schemeClr>
                </a:solidFill>
              </a:defRPr>
            </a:lvl1pPr>
          </a:lstStyle>
          <a:p xmlns:a="http://schemas.openxmlformats.org/drawingml/2006/main">
            <a:r>
              <a:t>Place Your Picture Here And Send To Back</a:t>
            </a:r>
            <a:endParaRPr/>
          </a:p>
        </p:txBody>
      </p:sp>
      <p:sp>
        <p:nvSpPr>
          <p:cNvPr id="3" name="그림 개체 틀 2">
            <a:extLst xmlns:a="http://schemas.openxmlformats.org/drawingml/2006/main">
              <a:ext uri="{FF2B5EF4-FFF2-40B4-BE49-F238E27FC236}">
                <a16:creationId xmlns:a16="http://schemas.microsoft.com/office/drawing/2014/main" id="{16A177AD-A22D-4DBB-BF10-A6EEBF4613E6}"/>
              </a:ext>
            </a:extLst>
          </p:cNvPr>
          <p:cNvSpPr>
            <a:spLocks xmlns:a="http://schemas.openxmlformats.org/drawingml/2006/main" noGrp="1"/>
          </p:cNvSpPr>
          <p:nvPr>
            <p:ph type="pic" idx="16" hasCustomPrompt="1"/>
          </p:nvPr>
        </p:nvSpPr>
        <p:spPr>
          <a:xfrm xmlns:a="http://schemas.openxmlformats.org/drawingml/2006/main">
            <a:off x="5947954" y="791473"/>
            <a:ext cx="2577737" cy="2583302"/>
          </a:xfrm>
          <a:prstGeom xmlns:a="http://schemas.openxmlformats.org/drawingml/2006/main" prst="rect">
            <a:avLst/>
          </a:prstGeom>
          <a:solidFill xmlns:a="http://schemas.openxmlformats.org/drawingml/2006/main">
            <a:schemeClr val="bg1">
              <a:lumMod val="95000"/>
            </a:schemeClr>
          </a:solidFill>
          <a:ln xmlns:a="http://schemas.openxmlformats.org/drawingml/2006/main" w="19050">
            <a:noFill/>
          </a:ln>
        </p:spPr>
        <p:txBody>
          <a:bodyPr xmlns:a="http://schemas.openxmlformats.org/drawingml/2006/main" anchor="ctr"/>
          <a:lstStyle xmlns:a="http://schemas.openxmlformats.org/drawingml/2006/main">
            <a:lvl1pPr marL="0" indent="0" algn="ctr">
              <a:lnSpc>
                <a:spcPct val="100000"/>
              </a:lnSpc>
              <a:buNone/>
              <a:defRPr sz="1200">
                <a:solidFill>
                  <a:schemeClr val="tx1">
                    <a:lumMod val="75000"/>
                    <a:lumOff val="25000"/>
                  </a:schemeClr>
                </a:solidFill>
              </a:defRPr>
            </a:lvl1pPr>
          </a:lstStyle>
          <a:p xmlns:a="http://schemas.openxmlformats.org/drawingml/2006/main">
            <a:r>
              <a:t>Place Your Picture Here</a:t>
            </a:r>
            <a:endParaRPr/>
          </a:p>
        </p:txBody>
      </p:sp>
      <p:sp>
        <p:nvSpPr>
          <p:cNvPr id="4" name="그림 개체 틀 2">
            <a:extLst xmlns:a="http://schemas.openxmlformats.org/drawingml/2006/main">
              <a:ext uri="{FF2B5EF4-FFF2-40B4-BE49-F238E27FC236}">
                <a16:creationId xmlns:a16="http://schemas.microsoft.com/office/drawing/2014/main" id="{9C037173-B5D0-413D-AC9E-FFD6E9E766FD}"/>
              </a:ext>
            </a:extLst>
          </p:cNvPr>
          <p:cNvSpPr>
            <a:spLocks xmlns:a="http://schemas.openxmlformats.org/drawingml/2006/main" noGrp="1"/>
          </p:cNvSpPr>
          <p:nvPr>
            <p:ph type="pic" idx="17" hasCustomPrompt="1"/>
          </p:nvPr>
        </p:nvSpPr>
        <p:spPr>
          <a:xfrm xmlns:a="http://schemas.openxmlformats.org/drawingml/2006/main">
            <a:off x="8965475" y="791473"/>
            <a:ext cx="2577737" cy="2583302"/>
          </a:xfrm>
          <a:prstGeom xmlns:a="http://schemas.openxmlformats.org/drawingml/2006/main" prst="rect">
            <a:avLst/>
          </a:prstGeom>
          <a:solidFill xmlns:a="http://schemas.openxmlformats.org/drawingml/2006/main">
            <a:schemeClr val="bg1">
              <a:lumMod val="95000"/>
            </a:schemeClr>
          </a:solidFill>
          <a:ln xmlns:a="http://schemas.openxmlformats.org/drawingml/2006/main" w="19050">
            <a:noFill/>
          </a:ln>
        </p:spPr>
        <p:txBody>
          <a:bodyPr xmlns:a="http://schemas.openxmlformats.org/drawingml/2006/main" anchor="ctr"/>
          <a:lstStyle xmlns:a="http://schemas.openxmlformats.org/drawingml/2006/main">
            <a:lvl1pPr marL="0" indent="0" algn="ctr">
              <a:lnSpc>
                <a:spcPct val="100000"/>
              </a:lnSpc>
              <a:buNone/>
              <a:defRPr sz="1200">
                <a:solidFill>
                  <a:schemeClr val="tx1">
                    <a:lumMod val="75000"/>
                    <a:lumOff val="25000"/>
                  </a:schemeClr>
                </a:solidFill>
              </a:defRPr>
            </a:lvl1pPr>
          </a:lstStyle>
          <a:p xmlns:a="http://schemas.openxmlformats.org/drawingml/2006/main">
            <a:r>
              <a:t>Place Your Picture Here</a:t>
            </a:r>
            <a:endParaRPr/>
          </a:p>
        </p:txBody>
      </p:sp>
    </p:spTree>
  </p:cSld>
</p:sldLayout>
</file>

<file path=ppt/slideLayouts/slideLayout7.xml><?xml version="1.0" encoding="utf-8"?>
<p:sldLayout xmlns:p="http://schemas.openxmlformats.org/presentationml/2006/main" preserve="1" userDrawn="1">
  <p:cSld name="6_Contents slide layout">
    <p:bg>
      <p:bgPr>
        <a:blipFill xmlns:a="http://schemas.openxmlformats.org/drawingml/2006/main" rotWithShape="1">
          <a:blip xmlns:r="http://schemas.openxmlformats.org/officeDocument/2006/relationships" r:embed="R6b7bb41208754ec3">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preserve="1" userDrawn="1">
  <p:cSld name="7_Contents slide layout">
    <p:bg>
      <p:bgPr>
        <a:solidFill xmlns:a="http://schemas.openxmlformats.org/drawingml/2006/main">
          <a:schemeClr val="accent5">
            <a:lumMod val="50000"/>
          </a:schemeClr>
        </a:solidFill>
      </p:bgPr>
    </p:bg>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67F9B499-92A2-4E7D-8966-0C284809B65B}"/>
              </a:ext>
            </a:extLst>
          </p:cNvPr>
          <p:cNvSpPr>
            <a:spLocks xmlns:a="http://schemas.openxmlformats.org/drawingml/2006/main" noGrp="1"/>
          </p:cNvSpPr>
          <p:nvPr/>
        </p:nvSpPr>
        <p:spPr>
          <a:xfrm xmlns:a="http://schemas.openxmlformats.org/drawingml/2006/main">
            <a:off x="0" y="1082710"/>
            <a:ext cx="12192000" cy="4692580"/>
          </a:xfrm>
          <a:prstGeom xmlns:a="http://schemas.openxmlformats.org/drawingml/2006/main" prst="rect">
            <a:avLst/>
          </a:prstGeom>
          <a:solidFill xmlns:a="http://schemas.openxmlformats.org/drawingml/2006/main">
            <a:schemeClr val="bg1">
              <a:alpha val="7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그림 개체 틀 2">
            <a:extLst xmlns:a="http://schemas.openxmlformats.org/drawingml/2006/main">
              <a:ext uri="{FF2B5EF4-FFF2-40B4-BE49-F238E27FC236}">
                <a16:creationId xmlns:a16="http://schemas.microsoft.com/office/drawing/2014/main" id="{83052E92-DCFE-4CC2-BDE0-E540E1CB28CA}"/>
              </a:ext>
            </a:extLst>
          </p:cNvPr>
          <p:cNvSpPr>
            <a:spLocks xmlns:a="http://schemas.openxmlformats.org/drawingml/2006/main" noGrp="1"/>
          </p:cNvSpPr>
          <p:nvPr>
            <p:ph type="pic" idx="14" hasCustomPrompt="1"/>
          </p:nvPr>
        </p:nvSpPr>
        <p:spPr>
          <a:xfrm xmlns:a="http://schemas.openxmlformats.org/drawingml/2006/main">
            <a:off x="0" y="1208315"/>
            <a:ext cx="12192000" cy="4441371"/>
          </a:xfrm>
          <a:prstGeom xmlns:a="http://schemas.openxmlformats.org/drawingml/2006/main" prst="rect">
            <a:avLst/>
          </a:prstGeom>
          <a:solidFill xmlns:a="http://schemas.openxmlformats.org/drawingml/2006/main">
            <a:schemeClr val="bg1">
              <a:lumMod val="95000"/>
            </a:schemeClr>
          </a:solidFill>
          <a:ln xmlns:a="http://schemas.openxmlformats.org/drawingml/2006/main" w="19050">
            <a:noFill/>
          </a:ln>
        </p:spPr>
        <p:txBody>
          <a:bodyPr xmlns:a="http://schemas.openxmlformats.org/drawingml/2006/main" anchor="ctr"/>
          <a:lstStyle xmlns:a="http://schemas.openxmlformats.org/drawingml/2006/main">
            <a:lvl1pPr marL="0" indent="0" algn="ctr">
              <a:lnSpc>
                <a:spcPct val="100000"/>
              </a:lnSpc>
              <a:buNone/>
              <a:defRPr sz="1800">
                <a:solidFill>
                  <a:schemeClr val="tx1">
                    <a:lumMod val="75000"/>
                    <a:lumOff val="25000"/>
                  </a:schemeClr>
                </a:solidFill>
              </a:defRPr>
            </a:lvl1pPr>
          </a:lstStyle>
          <a:p xmlns:a="http://schemas.openxmlformats.org/drawingml/2006/main">
            <a:r>
              <a:t>Place Your Picture Here And Send To Back</a:t>
            </a:r>
            <a:endParaRPr/>
          </a:p>
        </p:txBody>
      </p:sp>
    </p:spTree>
  </p:cSld>
</p:sldLayout>
</file>

<file path=ppt/slideLayouts/slideLayout9.xml><?xml version="1.0" encoding="utf-8"?>
<p:sldLayout xmlns:p="http://schemas.openxmlformats.org/presentationml/2006/main" preserve="1" userDrawn="1">
  <p:cSld name="8_Contents slide layout">
    <p:bg>
      <p:bgPr>
        <a:blipFill xmlns:a="http://schemas.openxmlformats.org/drawingml/2006/main" rotWithShape="1">
          <a:blip xmlns:r="http://schemas.openxmlformats.org/officeDocument/2006/relationships" r:embed="R2a2155bd3141447d">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9_Contents slide layout">
    <p:spTree>
      <p:nvGrpSpPr>
        <p:cNvPr id="1" name=""/>
        <p:cNvGrpSpPr/>
        <p:nvPr/>
      </p:nvGrpSpPr>
      <p:grpSpPr>
        <a:xfrm xmlns:a="http://schemas.openxmlformats.org/drawingml/2006/main"/>
      </p:grpSpPr>
      <p:sp>
        <p:nvSpPr>
          <p:cNvPr id="2" name="Picture Placeholder 12">
            <a:extLst xmlns:a="http://schemas.openxmlformats.org/drawingml/2006/main">
              <a:ext uri="{FF2B5EF4-FFF2-40B4-BE49-F238E27FC236}">
                <a16:creationId xmlns:a16="http://schemas.microsoft.com/office/drawing/2014/main" id="{FF7BDD8C-DBA7-4764-A656-F91942711431}"/>
              </a:ext>
            </a:extLst>
          </p:cNvPr>
          <p:cNvSpPr>
            <a:spLocks xmlns:a="http://schemas.openxmlformats.org/drawingml/2006/main" noGrp="1"/>
          </p:cNvSpPr>
          <p:nvPr>
            <p:ph type="pic" idx="10" hasCustomPrompt="1"/>
          </p:nvPr>
        </p:nvSpPr>
        <p:spPr>
          <a:xfrm xmlns:a="http://schemas.openxmlformats.org/drawingml/2006/main">
            <a:off x="2785633" y="1708875"/>
            <a:ext cx="6624970" cy="282600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tIns="720000" anchor="ctr"/>
          <a:lstStyle xmlns:a="http://schemas.openxmlformats.org/drawingml/2006/main">
            <a:lvl1pPr marL="0" marR="0" indent="0" algn="ctr" defTabSz="914400">
              <a:lnSpc>
                <a:spcPct val="100000"/>
              </a:lnSpc>
              <a:spcBef>
                <a:spcPct val="20000"/>
              </a:spcBef>
              <a:spcAft>
                <a:spcPts val="0"/>
              </a:spcAft>
              <a:buClrTx/>
              <a:buSzTx/>
              <a:buFont typeface="Arial"/>
              <a:buNone/>
              <a:defRPr sz="1200">
                <a:latin typeface="+mn-lt"/>
                <a:ea typeface="+mn-lt"/>
                <a:cs typeface="+mn-lt"/>
              </a:defRPr>
            </a:lvl1pPr>
          </a:lstStyle>
          <a:p xmlns:a="http://schemas.openxmlformats.org/drawingml/2006/main">
            <a:r>
              <a:t>Insert Your Image And Send To Back</a:t>
            </a:r>
            <a:endParaRPr/>
          </a:p>
        </p:txBody>
      </p:sp>
      <p:sp>
        <p:nvSpPr>
          <p:cNvPr id="3" name="Text Placeholder 9">
            <a:extLst xmlns:a="http://schemas.openxmlformats.org/drawingml/2006/main">
              <a:ext uri="{FF2B5EF4-FFF2-40B4-BE49-F238E27FC236}">
                <a16:creationId xmlns:a16="http://schemas.microsoft.com/office/drawing/2014/main" id="{E88D4141-DDEB-40F4-B784-0C7E8499AC06}"/>
              </a:ext>
            </a:extLst>
          </p:cNvPr>
          <p:cNvSpPr>
            <a:spLocks xmlns:a="http://schemas.openxmlformats.org/drawingml/2006/main" noGrp="1"/>
          </p:cNvSpPr>
          <p:nvPr>
            <p:ph type="body" idx="11"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BASIC LAYOUT</a:t>
            </a:r>
          </a:p>
        </p:txBody>
      </p:sp>
    </p:spTree>
  </p:cSld>
</p:sldLayout>
</file>

<file path=ppt/slideLayouts/slideLayout11.xml><?xml version="1.0" encoding="utf-8"?>
<p:sldLayout xmlns:p="http://schemas.openxmlformats.org/presentationml/2006/main" preserve="1" userDrawn="1">
  <p:cSld name="10_Contents slide layout">
    <p:bg>
      <p:bgPr>
        <a:blipFill xmlns:a="http://schemas.openxmlformats.org/drawingml/2006/main" rotWithShape="1">
          <a:blip xmlns:r="http://schemas.openxmlformats.org/officeDocument/2006/relationships" r:embed="R75d15f53a1974fa7">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2.xml><?xml version="1.0" encoding="utf-8"?>
<p:sldLayout xmlns:p="http://schemas.openxmlformats.org/presentationml/2006/main" preserve="1" userDrawn="1">
  <p:cSld name="11_Contents slide layout">
    <p:spTree>
      <p:nvGrpSpPr>
        <p:cNvPr id="1" name=""/>
        <p:cNvGrpSpPr/>
        <p:nvPr/>
      </p:nvGrpSpPr>
      <p:grpSpPr>
        <a:xfrm xmlns:a="http://schemas.openxmlformats.org/drawingml/2006/main"/>
      </p:grpSpPr>
      <p:sp>
        <p:nvSpPr>
          <p:cNvPr id="2" name="Picture Placeholder 2">
            <a:extLst xmlns:a="http://schemas.openxmlformats.org/drawingml/2006/main">
              <a:ext uri="{FF2B5EF4-FFF2-40B4-BE49-F238E27FC236}">
                <a16:creationId xmlns:a16="http://schemas.microsoft.com/office/drawing/2014/main" id="{D8F181D7-1D78-4A9F-891E-7FF1339D8D06}"/>
              </a:ext>
            </a:extLst>
          </p:cNvPr>
          <p:cNvSpPr>
            <a:spLocks xmlns:a="http://schemas.openxmlformats.org/drawingml/2006/main" noGrp="1"/>
          </p:cNvSpPr>
          <p:nvPr>
            <p:ph type="pic" idx="10" hasCustomPrompt="1"/>
          </p:nvPr>
        </p:nvSpPr>
        <p:spPr>
          <a:xfrm xmlns:a="http://schemas.openxmlformats.org/drawingml/2006/main">
            <a:off x="5015620" y="1422245"/>
            <a:ext cx="7176380" cy="4680520"/>
          </a:xfrm>
          <a:prstGeom xmlns:a="http://schemas.openxmlformats.org/drawingml/2006/main" prst="rect">
            <a:avLst/>
          </a:prstGeom>
          <a:solidFill xmlns:a="http://schemas.openxmlformats.org/drawingml/2006/main">
            <a:schemeClr val="bg1">
              <a:lumMod val="95000"/>
            </a:schemeClr>
          </a:solidFill>
          <a:ln xmlns:a="http://schemas.openxmlformats.org/drawingml/2006/main" w="12700">
            <a:noFill/>
          </a:ln>
        </p:spPr>
        <p:txBody>
          <a:bodyPr xmlns:a="http://schemas.openxmlformats.org/drawingml/2006/main" anchor="ctr"/>
          <a:lstStyle xmlns:a="http://schemas.openxmlformats.org/drawingml/2006/main">
            <a:lvl1pPr marL="0" indent="0" algn="ctr">
              <a:buNone/>
              <a:defRPr sz="1200">
                <a:solidFill>
                  <a:schemeClr val="tx1">
                    <a:lumMod val="75000"/>
                    <a:lumOff val="25000"/>
                  </a:schemeClr>
                </a:solidFill>
                <a:latin typeface="+mn-lt"/>
                <a:ea typeface="+mn-lt"/>
                <a:cs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Your Picture Here </a:t>
            </a:r>
            <a:endParaRPr/>
          </a:p>
        </p:txBody>
      </p:sp>
      <p:sp>
        <p:nvSpPr>
          <p:cNvPr id="3" name="Text Placeholder 9">
            <a:extLst xmlns:a="http://schemas.openxmlformats.org/drawingml/2006/main">
              <a:ext uri="{FF2B5EF4-FFF2-40B4-BE49-F238E27FC236}">
                <a16:creationId xmlns:a16="http://schemas.microsoft.com/office/drawing/2014/main" id="{CB2D35DD-3012-4060-B307-222D845BBC78}"/>
              </a:ext>
            </a:extLst>
          </p:cNvPr>
          <p:cNvSpPr>
            <a:spLocks xmlns:a="http://schemas.openxmlformats.org/drawingml/2006/main" noGrp="1"/>
          </p:cNvSpPr>
          <p:nvPr>
            <p:ph type="body" idx="11"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BASIC LAYOUT</a:t>
            </a:r>
          </a:p>
        </p:txBody>
      </p:sp>
    </p:spTree>
  </p:cSld>
</p:sldLayout>
</file>

<file path=ppt/slideLayouts/slideLayout13.xml><?xml version="1.0" encoding="utf-8"?>
<p:sldLayout xmlns:p="http://schemas.openxmlformats.org/presentationml/2006/main" preserve="1" userDrawn="1">
  <p:cSld name="12_Contents slide layout">
    <p:bg>
      <p:bgPr>
        <a:blipFill xmlns:a="http://schemas.openxmlformats.org/drawingml/2006/main" rotWithShape="1">
          <a:blip xmlns:r="http://schemas.openxmlformats.org/officeDocument/2006/relationships" r:embed="Rff3eae3cc20d48fe">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4.xml><?xml version="1.0" encoding="utf-8"?>
<p:sldLayout xmlns:p="http://schemas.openxmlformats.org/presentationml/2006/main" preserve="1" userDrawn="1">
  <p:cSld name="13_Contents slide layout">
    <p:spTree>
      <p:nvGrpSpPr>
        <p:cNvPr id="1" name=""/>
        <p:cNvGrpSpPr/>
        <p:nvPr/>
      </p:nvGrpSpPr>
      <p:grpSpPr>
        <a:xfrm xmlns:a="http://schemas.openxmlformats.org/drawingml/2006/main"/>
      </p:grpSpPr>
      <p:sp>
        <p:nvSpPr>
          <p:cNvPr id="4" name="그림 개체 틀 2">
            <a:extLst xmlns:a="http://schemas.openxmlformats.org/drawingml/2006/main">
              <a:ext uri="{FF2B5EF4-FFF2-40B4-BE49-F238E27FC236}">
                <a16:creationId xmlns:a16="http://schemas.microsoft.com/office/drawing/2014/main" id="{96F6EC6F-CD4C-4990-A245-26A2E187E707}"/>
              </a:ext>
            </a:extLst>
          </p:cNvPr>
          <p:cNvSpPr>
            <a:spLocks xmlns:a="http://schemas.openxmlformats.org/drawingml/2006/main" noGrp="1"/>
          </p:cNvSpPr>
          <p:nvPr>
            <p:ph type="pic" idx="10" hasCustomPrompt="1"/>
          </p:nvPr>
        </p:nvSpPr>
        <p:spPr>
          <a:xfrm xmlns:a="http://schemas.openxmlformats.org/drawingml/2006/main">
            <a:off x="4835161" y="1953290"/>
            <a:ext cx="7356839" cy="2198621"/>
          </a:xfrm>
          <a:prstGeom xmlns:a="http://schemas.openxmlformats.org/drawingml/2006/main" prst="rect">
            <a:avLst/>
          </a:prstGeom>
          <a:solidFill xmlns:a="http://schemas.openxmlformats.org/drawingml/2006/main">
            <a:schemeClr val="bg1">
              <a:lumMod val="95000"/>
            </a:schemeClr>
          </a:solidFill>
          <a:ln xmlns:a="http://schemas.openxmlformats.org/drawingml/2006/main" w="25400">
            <a:noFill/>
          </a:ln>
        </p:spPr>
        <p:txBody>
          <a:bodyPr xmlns:a="http://schemas.openxmlformats.org/drawingml/2006/main" anchor="ctr"/>
          <a:lstStyle xmlns:a="http://schemas.openxmlformats.org/drawingml/2006/main">
            <a:lvl1pPr marL="0" indent="0" algn="ctr">
              <a:buFontTx/>
              <a:buNone/>
              <a:defRPr sz="1200">
                <a:solidFill>
                  <a:schemeClr val="tx1">
                    <a:lumMod val="85000"/>
                    <a:lumOff val="15000"/>
                  </a:schemeClr>
                </a:solidFill>
                <a:latin typeface="+mn-lt"/>
                <a:ea typeface="+mn-lt"/>
                <a:cs typeface="+mn-lt"/>
              </a:defRPr>
            </a:lvl1pPr>
          </a:lstStyle>
          <a:p xmlns:a="http://schemas.openxmlformats.org/drawingml/2006/main">
            <a:r>
              <a:t>Place Your Picture Here</a:t>
            </a:r>
            <a:endParaRPr/>
          </a:p>
        </p:txBody>
      </p:sp>
      <p:sp>
        <p:nvSpPr>
          <p:cNvPr id="5" name="Text Placeholder 9">
            <a:extLst xmlns:a="http://schemas.openxmlformats.org/drawingml/2006/main">
              <a:ext uri="{FF2B5EF4-FFF2-40B4-BE49-F238E27FC236}">
                <a16:creationId xmlns:a16="http://schemas.microsoft.com/office/drawing/2014/main" id="{3A2E5076-EB3B-4F2A-B1CA-DF4FCDC804C4}"/>
              </a:ext>
            </a:extLst>
          </p:cNvPr>
          <p:cNvSpPr>
            <a:spLocks xmlns:a="http://schemas.openxmlformats.org/drawingml/2006/main" noGrp="1"/>
          </p:cNvSpPr>
          <p:nvPr>
            <p:ph type="body" idx="11" hasCustomPrompt="1"/>
          </p:nvPr>
        </p:nvSpPr>
        <p:spPr>
          <a:xfrm xmlns:a="http://schemas.openxmlformats.org/drawingml/2006/main">
            <a:off x="323529" y="339509"/>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BASIC LAYOUT</a:t>
            </a:r>
          </a:p>
        </p:txBody>
      </p:sp>
    </p:spTree>
  </p:cSld>
</p:sldLayout>
</file>

<file path=ppt/slideLayouts/slideLayout15.xml><?xml version="1.0" encoding="utf-8"?>
<p:sldLayout xmlns:p="http://schemas.openxmlformats.org/presentationml/2006/main" preserve="1" userDrawn="1">
  <p:cSld name="14_Contents slide layout">
    <p:bg>
      <p:bgPr>
        <a:blipFill xmlns:a="http://schemas.openxmlformats.org/drawingml/2006/main" rotWithShape="1">
          <a:blip xmlns:r="http://schemas.openxmlformats.org/officeDocument/2006/relationships" r:embed="R2d2c3529fc394a55">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6.xml><?xml version="1.0" encoding="utf-8"?>
<p:sldLayout xmlns:p="http://schemas.openxmlformats.org/presentationml/2006/main" preserve="1" userDrawn="1">
  <p:cSld name="15_Contents slide layout">
    <p:spTree>
      <p:nvGrpSpPr>
        <p:cNvPr id="1" name=""/>
        <p:cNvGrpSpPr/>
        <p:nvPr/>
      </p:nvGrpSpPr>
      <p:grpSpPr>
        <a:xfrm xmlns:a="http://schemas.openxmlformats.org/drawingml/2006/main"/>
      </p:grpSpPr>
      <p:sp>
        <p:nvSpPr>
          <p:cNvPr id="2" name="그림 개체 틀 8">
            <a:extLst xmlns:a="http://schemas.openxmlformats.org/drawingml/2006/main">
              <a:ext uri="{FF2B5EF4-FFF2-40B4-BE49-F238E27FC236}">
                <a16:creationId xmlns:a16="http://schemas.microsoft.com/office/drawing/2014/main" id="{2E3BCD6D-C303-4864-B3F7-57504C804BA4}"/>
              </a:ext>
            </a:extLst>
          </p:cNvPr>
          <p:cNvSpPr>
            <a:spLocks xmlns:a="http://schemas.openxmlformats.org/drawingml/2006/main" noGrp="1"/>
          </p:cNvSpPr>
          <p:nvPr>
            <p:ph type="pic" idx="10" hasCustomPrompt="1"/>
          </p:nvPr>
        </p:nvSpPr>
        <p:spPr>
          <a:xfrm xmlns:a="http://schemas.openxmlformats.org/drawingml/2006/main">
            <a:off x="1" y="0"/>
            <a:ext cx="4068000" cy="342900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anchor="ctr">
            <a:noAutofit/>
          </a:bodyPr>
          <a:lstStyle xmlns:a="http://schemas.openxmlformats.org/drawingml/2006/main">
            <a:lvl1pPr marL="0" marR="0" indent="0" algn="ctr" defTabSz="914400">
              <a:lnSpc>
                <a:spcPct val="90000"/>
              </a:lnSpc>
              <a:spcBef>
                <a:spcPts val="1000"/>
              </a:spcBef>
              <a:spcAft>
                <a:spcPts val="0"/>
              </a:spcAft>
              <a:buClrTx/>
              <a:buSzTx/>
              <a:buFontTx/>
              <a:buNone/>
              <a:defRPr sz="1200"/>
            </a:lvl1pPr>
          </a:lstStyle>
          <a:p xmlns:a="http://schemas.openxmlformats.org/drawingml/2006/main">
            <a:r>
              <a:t>Insert Your Image And Send To Back</a:t>
            </a:r>
            <a:endParaRPr/>
          </a:p>
        </p:txBody>
      </p:sp>
      <p:sp>
        <p:nvSpPr>
          <p:cNvPr id="3" name="그림 개체 틀 8">
            <a:extLst xmlns:a="http://schemas.openxmlformats.org/drawingml/2006/main">
              <a:ext uri="{FF2B5EF4-FFF2-40B4-BE49-F238E27FC236}">
                <a16:creationId xmlns:a16="http://schemas.microsoft.com/office/drawing/2014/main" id="{3467D47C-FBB8-4493-8D52-7F3F238780FB}"/>
              </a:ext>
            </a:extLst>
          </p:cNvPr>
          <p:cNvSpPr>
            <a:spLocks xmlns:a="http://schemas.openxmlformats.org/drawingml/2006/main" noGrp="1"/>
          </p:cNvSpPr>
          <p:nvPr>
            <p:ph type="pic" idx="11" hasCustomPrompt="1"/>
          </p:nvPr>
        </p:nvSpPr>
        <p:spPr>
          <a:xfrm xmlns:a="http://schemas.openxmlformats.org/drawingml/2006/main">
            <a:off x="4068001" y="3429000"/>
            <a:ext cx="4068000" cy="3429000"/>
          </a:xfrm>
          <a:prstGeom xmlns:a="http://schemas.openxmlformats.org/drawingml/2006/main" prst="rect">
            <a:avLst/>
          </a:prstGeom>
          <a:solidFill xmlns:a="http://schemas.openxmlformats.org/drawingml/2006/main">
            <a:schemeClr val="bg1">
              <a:lumMod val="95000"/>
            </a:schemeClr>
          </a:solidFill>
        </p:spPr>
        <p:txBody>
          <a:bodyPr xmlns:a="http://schemas.openxmlformats.org/drawingml/2006/main" wrap="square" anchor="ctr">
            <a:noAutofit/>
          </a:bodyPr>
          <a:lstStyle xmlns:a="http://schemas.openxmlformats.org/drawingml/2006/main">
            <a:lvl1pPr marL="0" marR="0" indent="0" algn="ctr" defTabSz="914400">
              <a:lnSpc>
                <a:spcPct val="90000"/>
              </a:lnSpc>
              <a:spcBef>
                <a:spcPts val="1000"/>
              </a:spcBef>
              <a:spcAft>
                <a:spcPts val="0"/>
              </a:spcAft>
              <a:buClrTx/>
              <a:buSzTx/>
              <a:buFontTx/>
              <a:buNone/>
              <a:defRPr sz="1200"/>
            </a:lvl1pPr>
          </a:lstStyle>
          <a:p xmlns:a="http://schemas.openxmlformats.org/drawingml/2006/main">
            <a:r>
              <a:t>Insert Your Image And Send To Back</a:t>
            </a:r>
            <a:endParaRPr/>
          </a:p>
        </p:txBody>
      </p:sp>
    </p:spTree>
  </p:cSld>
</p:sldLayout>
</file>

<file path=ppt/slideLayouts/slideLayout17.xml><?xml version="1.0" encoding="utf-8"?>
<p:sldLayout xmlns:p="http://schemas.openxmlformats.org/presentationml/2006/main" preserve="1" userDrawn="1">
  <p:cSld name="17_Contents slide layout">
    <p:bg>
      <p:bgPr>
        <a:blipFill xmlns:a="http://schemas.openxmlformats.org/drawingml/2006/main" rotWithShape="1">
          <a:blip xmlns:r="http://schemas.openxmlformats.org/officeDocument/2006/relationships" r:embed="R3f1c962dbbcd428c">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8.xml><?xml version="1.0" encoding="utf-8"?>
<p:sldLayout xmlns:p="http://schemas.openxmlformats.org/presentationml/2006/main" preserve="1" userDrawn="1">
  <p:cSld name="16_Contents slide layout">
    <p:bg>
      <p:bgPr>
        <a:blipFill xmlns:a="http://schemas.openxmlformats.org/drawingml/2006/main" rotWithShape="1">
          <a:blip xmlns:r="http://schemas.openxmlformats.org/officeDocument/2006/relationships" r:embed="Rb815df4207d840fa">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9.xml><?xml version="1.0" encoding="utf-8"?>
<p:sldLayout xmlns:p="http://schemas.openxmlformats.org/presentationml/2006/main" preserve="1" userDrawn="1">
  <p:cSld name="PNG sets layout">
    <p:bg>
      <p:bgPr>
        <a:blipFill xmlns:a="http://schemas.openxmlformats.org/drawingml/2006/main" rotWithShape="1">
          <a:blip xmlns:r="http://schemas.openxmlformats.org/officeDocument/2006/relationships" r:embed="R49eca12249bb4216">
            <a:lum/>
          </a:blip>
          <a:srcRect l="0" t="0" r="0" b="0"/>
          <a:stretch>
            <a:fillRect l="0" t="0" r="0" b="0"/>
          </a:stretch>
        </a:blipFill>
      </p:bgPr>
    </p:bg>
    <p:spTree>
      <p:nvGrpSpPr>
        <p:cNvPr id="1" name=""/>
        <p:cNvGrpSpPr/>
        <p:nvPr/>
      </p:nvGrpSpPr>
      <p:grpSpPr>
        <a:xfrm xmlns:a="http://schemas.openxmlformats.org/drawingml/2006/main"/>
      </p:grpSpPr>
      <p:sp>
        <p:nvSpPr>
          <p:cNvPr id="2" name="Text Placeholder 9">
            <a:extLst xmlns:a="http://schemas.openxmlformats.org/drawingml/2006/main">
              <a:ext uri="{FF2B5EF4-FFF2-40B4-BE49-F238E27FC236}">
                <a16:creationId xmlns:a16="http://schemas.microsoft.com/office/drawing/2014/main" id="{43D9609F-1312-433C-8568-36BD4DAE0809}"/>
              </a:ext>
            </a:extLst>
          </p:cNvPr>
          <p:cNvSpPr>
            <a:spLocks xmlns:a="http://schemas.openxmlformats.org/drawingml/2006/main" noGrp="1"/>
          </p:cNvSpPr>
          <p:nvPr>
            <p:ph type="body" idx="10" hasCustomPrompt="1"/>
          </p:nvPr>
        </p:nvSpPr>
        <p:spPr>
          <a:xfrm xmlns:a="http://schemas.openxmlformats.org/drawingml/2006/main">
            <a:off x="323529" y="332482"/>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PNG &amp; Shapes Layout</a:t>
            </a:r>
          </a:p>
        </p:txBody>
      </p:sp>
    </p:spTree>
  </p:cSld>
</p:sldLayout>
</file>

<file path=ppt/slideLayouts/slideLayout20.xml><?xml version="1.0" encoding="utf-8"?>
<p:sldLayout xmlns:p="http://schemas.openxmlformats.org/presentationml/2006/main" preserve="1" userDrawn="1">
  <p:cSld name="1_Icon sets layout">
    <p:spTree>
      <p:nvGrpSpPr>
        <p:cNvPr id="1" name=""/>
        <p:cNvGrpSpPr/>
        <p:nvPr/>
      </p:nvGrpSpPr>
      <p:grpSpPr>
        <a:xfrm xmlns:a="http://schemas.openxmlformats.org/drawingml/2006/main"/>
      </p:grpSpPr>
      <p:sp>
        <p:nvSpPr>
          <p:cNvPr id="2" name="Text Placeholder 9">
            <a:extLst xmlns:a="http://schemas.openxmlformats.org/drawingml/2006/main">
              <a:ext uri="{FF2B5EF4-FFF2-40B4-BE49-F238E27FC236}">
                <a16:creationId xmlns:a16="http://schemas.microsoft.com/office/drawing/2014/main" id="{75374167-6464-40A0-929C-70C8DD64B2ED}"/>
              </a:ext>
            </a:extLst>
          </p:cNvPr>
          <p:cNvSpPr>
            <a:spLocks xmlns:a="http://schemas.openxmlformats.org/drawingml/2006/main" noGrp="1"/>
          </p:cNvSpPr>
          <p:nvPr>
            <p:ph type="body" idx="10" hasCustomPrompt="1"/>
          </p:nvPr>
        </p:nvSpPr>
        <p:spPr>
          <a:xfrm xmlns:a="http://schemas.openxmlformats.org/drawingml/2006/main">
            <a:off x="323529" y="123478"/>
            <a:ext cx="11573197" cy="72424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sz="5400" b="0" baseline="0">
                <a:solidFill>
                  <a:schemeClr val="tx1">
                    <a:lumMod val="75000"/>
                    <a:lumOff val="25000"/>
                  </a:schemeClr>
                </a:solidFill>
                <a:latin typeface="+mj-lt"/>
                <a:ea typeface="+mj-lt"/>
                <a:cs typeface="+mj-lt"/>
              </a:defRPr>
            </a:lvl1pPr>
          </a:lstStyle>
          <a:p xmlns:a="http://schemas.openxmlformats.org/drawingml/2006/main">
            <a:pPr lvl="0">
              <a:buNone/>
            </a:pPr>
            <a:r>
              <a:t>Icon Sets Layout</a:t>
            </a:r>
          </a:p>
        </p:txBody>
      </p:sp>
      <p:sp>
        <p:nvSpPr>
          <p:cNvPr id="3" name="Rounded Rectangle 2">
            <a:extLst xmlns:a="http://schemas.openxmlformats.org/drawingml/2006/main">
              <a:ext uri="{FF2B5EF4-FFF2-40B4-BE49-F238E27FC236}">
                <a16:creationId xmlns:a16="http://schemas.microsoft.com/office/drawing/2014/main" id="{90E3E53C-6CE2-49D6-B033-81B44779A668}"/>
              </a:ext>
            </a:extLst>
          </p:cNvPr>
          <p:cNvSpPr>
            <a:spLocks xmlns:a="http://schemas.openxmlformats.org/drawingml/2006/main" noGrp="1"/>
          </p:cNvSpPr>
          <p:nvPr/>
        </p:nvSpPr>
        <p:spPr>
          <a:xfrm xmlns:a="http://schemas.openxmlformats.org/drawingml/2006/main">
            <a:off x="354010" y="1131591"/>
            <a:ext cx="3560767" cy="5402561"/>
          </a:xfrm>
          <a:prstGeom xmlns:a="http://schemas.openxmlformats.org/drawingml/2006/main" prst="roundRect">
            <a:avLst>
              <a:gd name="adj" fmla="val 3968"/>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51"/>
          </a:p>
        </p:txBody>
      </p:sp>
      <p:sp>
        <p:nvSpPr>
          <p:cNvPr id="4" name="Rounded Rectangle 3">
            <a:extLst xmlns:a="http://schemas.openxmlformats.org/drawingml/2006/main">
              <a:ext uri="{FF2B5EF4-FFF2-40B4-BE49-F238E27FC236}">
                <a16:creationId xmlns:a16="http://schemas.microsoft.com/office/drawing/2014/main" id="{C504F299-D7F9-439B-9815-AAF2B4CABF06}"/>
              </a:ext>
            </a:extLst>
          </p:cNvPr>
          <p:cNvSpPr>
            <a:spLocks xmlns:a="http://schemas.openxmlformats.org/drawingml/2006/main" noGrp="1"/>
          </p:cNvSpPr>
          <p:nvPr/>
        </p:nvSpPr>
        <p:spPr>
          <a:xfrm xmlns:a="http://schemas.openxmlformats.org/drawingml/2006/main">
            <a:off x="531933" y="1347500"/>
            <a:ext cx="153868" cy="5015200"/>
          </a:xfrm>
          <a:prstGeom xmlns:a="http://schemas.openxmlformats.org/drawingml/2006/main" prst="roundRect">
            <a:avLst>
              <a:gd name="adj" fmla="val 50000"/>
            </a:avLst>
          </a:prstGeom>
          <a:solidFill xmlns:a="http://schemas.openxmlformats.org/drawingml/2006/main">
            <a:schemeClr val="bg1">
              <a:alpha val="41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51">
              <a:solidFill>
                <a:schemeClr val="bg1"/>
              </a:solidFill>
            </a:endParaRPr>
          </a:p>
        </p:txBody>
      </p:sp>
      <p:sp>
        <p:nvSpPr>
          <p:cNvPr id="5" name="Half Frame 4">
            <a:extLst xmlns:a="http://schemas.openxmlformats.org/drawingml/2006/main">
              <a:ext uri="{FF2B5EF4-FFF2-40B4-BE49-F238E27FC236}">
                <a16:creationId xmlns:a16="http://schemas.microsoft.com/office/drawing/2014/main" id="{4BC3A53C-C5CE-47C1-A403-5737807E1491}"/>
              </a:ext>
            </a:extLst>
          </p:cNvPr>
          <p:cNvSpPr>
            <a:spLocks xmlns:a="http://schemas.openxmlformats.org/drawingml/2006/main" noGrp="1"/>
          </p:cNvSpPr>
          <p:nvPr/>
        </p:nvSpPr>
        <p:spPr>
          <a:xfrm xmlns:a="http://schemas.openxmlformats.org/drawingml/2006/main" rot="5400000">
            <a:off x="3057177" y="1276653"/>
            <a:ext cx="685849" cy="685148"/>
          </a:xfrm>
          <a:prstGeom xmlns:a="http://schemas.openxmlformats.org/drawingml/2006/main" prst="halfFrame">
            <a:avLst>
              <a:gd name="adj1" fmla="val 23728"/>
              <a:gd name="adj2" fmla="val 24642"/>
            </a:avLst>
          </a:prstGeom>
          <a:solidFill xmlns:a="http://schemas.openxmlformats.org/drawingml/2006/main">
            <a:schemeClr val="bg1">
              <a:alpha val="23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351">
              <a:solidFill>
                <a:schemeClr val="tx1">
                  <a:lumMod val="85000"/>
                  <a:lumOff val="15000"/>
                </a:schemeClr>
              </a:solidFill>
            </a:endParaRPr>
          </a:p>
        </p:txBody>
      </p:sp>
      <p:sp>
        <p:nvSpPr>
          <p:cNvPr id="58" name="TextBox 57">
            <a:extLst xmlns:a="http://schemas.openxmlformats.org/drawingml/2006/main">
              <a:ext uri="{FF2B5EF4-FFF2-40B4-BE49-F238E27FC236}">
                <a16:creationId xmlns:a16="http://schemas.microsoft.com/office/drawing/2014/main" id="{5644E8BB-F13A-4AE0-889E-633DE4143787}"/>
              </a:ext>
            </a:extLst>
          </p:cNvPr>
          <p:cNvSpPr>
            <a:spLocks xmlns:a="http://schemas.openxmlformats.org/drawingml/2006/main" noGrp="1"/>
          </p:cNvSpPr>
          <p:nvPr/>
        </p:nvSpPr>
        <p:spPr>
          <a:xfrm xmlns:a="http://schemas.openxmlformats.org/drawingml/2006/main">
            <a:off x="711704" y="1637214"/>
            <a:ext cx="2232248" cy="5232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400" b="1">
                <a:solidFill>
                  <a:schemeClr val="bg1"/>
                </a:solidFill>
                <a:latin typeface="Arial"/>
                <a:ea typeface="Arial"/>
                <a:cs typeface="Arial"/>
              </a:rPr>
              <a:t>You can Resize without losing quality</a:t>
            </a:r>
            <a:endParaRPr sz="1400" b="1">
              <a:solidFill>
                <a:schemeClr val="bg1"/>
              </a:solidFill>
              <a:latin typeface="Arial"/>
              <a:ea typeface="Arial"/>
              <a:cs typeface="Arial"/>
            </a:endParaRPr>
          </a:p>
        </p:txBody>
      </p:sp>
      <p:sp>
        <p:nvSpPr>
          <p:cNvPr id="59" name="TextBox 58">
            <a:extLst xmlns:a="http://schemas.openxmlformats.org/drawingml/2006/main">
              <a:ext uri="{FF2B5EF4-FFF2-40B4-BE49-F238E27FC236}">
                <a16:creationId xmlns:a16="http://schemas.microsoft.com/office/drawing/2014/main" id="{F2CE2B8B-ED32-491A-95B2-D28904BC432C}"/>
              </a:ext>
            </a:extLst>
          </p:cNvPr>
          <p:cNvSpPr>
            <a:spLocks xmlns:a="http://schemas.openxmlformats.org/drawingml/2006/main" noGrp="1"/>
          </p:cNvSpPr>
          <p:nvPr/>
        </p:nvSpPr>
        <p:spPr>
          <a:xfrm xmlns:a="http://schemas.openxmlformats.org/drawingml/2006/main">
            <a:off x="711704" y="2127463"/>
            <a:ext cx="2232248" cy="73866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400" b="1">
                <a:solidFill>
                  <a:schemeClr val="bg1"/>
                </a:solidFill>
                <a:latin typeface="Arial"/>
                <a:ea typeface="Arial"/>
                <a:cs typeface="Arial"/>
              </a:rPr>
              <a:t>You can Change Fill Color &amp;</a:t>
            </a:r>
          </a:p>
          <a:p xmlns:a="http://schemas.openxmlformats.org/drawingml/2006/main">
            <a:r>
              <a:rPr sz="1400" b="1">
                <a:solidFill>
                  <a:schemeClr val="bg1"/>
                </a:solidFill>
                <a:latin typeface="Arial"/>
                <a:ea typeface="Arial"/>
                <a:cs typeface="Arial"/>
              </a:rPr>
              <a:t>Line Color</a:t>
            </a:r>
            <a:endParaRPr sz="1400" b="1">
              <a:solidFill>
                <a:schemeClr val="bg1"/>
              </a:solidFill>
              <a:latin typeface="Arial"/>
              <a:ea typeface="Arial"/>
              <a:cs typeface="Arial"/>
            </a:endParaRPr>
          </a:p>
        </p:txBody>
      </p:sp>
      <p:sp>
        <p:nvSpPr>
          <p:cNvPr id="60" name="TextBox 59">
            <a:extLst xmlns:a="http://schemas.openxmlformats.org/drawingml/2006/main">
              <a:ext uri="{FF2B5EF4-FFF2-40B4-BE49-F238E27FC236}">
                <a16:creationId xmlns:a16="http://schemas.microsoft.com/office/drawing/2014/main" id="{962A52DF-2523-4479-BFA3-B5ACE9887E1C}"/>
              </a:ext>
            </a:extLst>
          </p:cNvPr>
          <p:cNvSpPr>
            <a:spLocks xmlns:a="http://schemas.openxmlformats.org/drawingml/2006/main" noGrp="1"/>
          </p:cNvSpPr>
          <p:nvPr/>
        </p:nvSpPr>
        <p:spPr>
          <a:xfrm xmlns:a="http://schemas.openxmlformats.org/drawingml/2006/main">
            <a:off x="721229" y="5808438"/>
            <a:ext cx="2232000" cy="307777"/>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400">
                <a:solidFill>
                  <a:schemeClr val="bg1"/>
                </a:solidFill>
                <a:latin typeface="Arial"/>
                <a:ea typeface="Arial"/>
                <a:cs typeface="Arial"/>
              </a:rPr>
              <a:t>www.allppt.com</a:t>
            </a:r>
            <a:endParaRPr sz="1400">
              <a:solidFill>
                <a:schemeClr val="bg1"/>
              </a:solidFill>
              <a:latin typeface="Arial"/>
              <a:ea typeface="Arial"/>
              <a:cs typeface="Arial"/>
            </a:endParaRPr>
          </a:p>
        </p:txBody>
      </p:sp>
      <p:sp>
        <p:nvSpPr>
          <p:cNvPr id="61" name="TextBox 60">
            <a:extLst xmlns:a="http://schemas.openxmlformats.org/drawingml/2006/main">
              <a:ext uri="{FF2B5EF4-FFF2-40B4-BE49-F238E27FC236}">
                <a16:creationId xmlns:a16="http://schemas.microsoft.com/office/drawing/2014/main" id="{BAAC314F-E96A-4408-95DE-A70E9ED054AF}"/>
              </a:ext>
            </a:extLst>
          </p:cNvPr>
          <p:cNvSpPr>
            <a:spLocks xmlns:a="http://schemas.openxmlformats.org/drawingml/2006/main" noGrp="1"/>
          </p:cNvSpPr>
          <p:nvPr/>
        </p:nvSpPr>
        <p:spPr>
          <a:xfrm xmlns:a="http://schemas.openxmlformats.org/drawingml/2006/main">
            <a:off x="721229" y="4450324"/>
            <a:ext cx="2717296" cy="1384995"/>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2800" b="1">
                <a:solidFill>
                  <a:schemeClr val="bg1"/>
                </a:solidFill>
                <a:latin typeface="+mn-lt"/>
                <a:ea typeface="+mn-lt"/>
                <a:cs typeface="+mn-lt"/>
              </a:rPr>
              <a:t>FREE </a:t>
            </a:r>
          </a:p>
          <a:p xmlns:a="http://schemas.openxmlformats.org/drawingml/2006/main">
            <a:r>
              <a:rPr sz="2800" b="1">
                <a:solidFill>
                  <a:schemeClr val="bg1"/>
                </a:solidFill>
                <a:latin typeface="+mn-lt"/>
                <a:ea typeface="+mn-lt"/>
                <a:cs typeface="+mn-lt"/>
              </a:rPr>
              <a:t>PPT TEMPLATES</a:t>
            </a:r>
          </a:p>
        </p:txBody>
      </p:sp>
    </p:spTree>
  </p:cSld>
</p:sldLayout>
</file>

<file path=ppt/slideLayouts/slideLayout21.xml><?xml version="1.0" encoding="utf-8"?>
<p:sldLayout xmlns:p="http://schemas.openxmlformats.org/presentationml/2006/main" preserve="1" userDrawn="1">
  <p:cSld name="Section Break Slide layout">
    <p:bg>
      <p:bgPr>
        <a:blipFill xmlns:a="http://schemas.openxmlformats.org/drawingml/2006/main" rotWithShape="1">
          <a:blip xmlns:r="http://schemas.openxmlformats.org/officeDocument/2006/relationships" r:embed="R128073ef3cfd4afd">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8e758f5a0d412f" /><Relationship Type="http://schemas.openxmlformats.org/officeDocument/2006/relationships/slideLayout" Target="/ppt/slideLayouts/slideLayout1.xml" Id="R132f7cdeb677409c" /><Relationship Type="http://schemas.openxmlformats.org/officeDocument/2006/relationships/slideLayout" Target="/ppt/slideLayouts/slideLayout2.xml" Id="Ref9f8b8485674f8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9481cc0f64fc4b55" /><Relationship Type="http://schemas.openxmlformats.org/officeDocument/2006/relationships/slideLayout" Target="/ppt/slideLayouts/slideLayout3.xml" Id="Rec920be3cd6541c5" /><Relationship Type="http://schemas.openxmlformats.org/officeDocument/2006/relationships/slideLayout" Target="/ppt/slideLayouts/slideLayout4.xml" Id="Ra22f04605c24484b" /><Relationship Type="http://schemas.openxmlformats.org/officeDocument/2006/relationships/slideLayout" Target="/ppt/slideLayouts/slideLayout5.xml" Id="R78c56dcd91c24cfd" /><Relationship Type="http://schemas.openxmlformats.org/officeDocument/2006/relationships/slideLayout" Target="/ppt/slideLayouts/slideLayout6.xml" Id="R63955bdd65784798" /><Relationship Type="http://schemas.openxmlformats.org/officeDocument/2006/relationships/slideLayout" Target="/ppt/slideLayouts/slideLayout7.xml" Id="R6020fd66c1ae4cbb" /><Relationship Type="http://schemas.openxmlformats.org/officeDocument/2006/relationships/slideLayout" Target="/ppt/slideLayouts/slideLayout8.xml" Id="Rf32bb3b22c8140b0" /><Relationship Type="http://schemas.openxmlformats.org/officeDocument/2006/relationships/slideLayout" Target="/ppt/slideLayouts/slideLayout9.xml" Id="R65e957916f06402d" /><Relationship Type="http://schemas.openxmlformats.org/officeDocument/2006/relationships/slideLayout" Target="/ppt/slideLayouts/slideLayout10.xml" Id="R59e3a75dacec4597" /><Relationship Type="http://schemas.openxmlformats.org/officeDocument/2006/relationships/slideLayout" Target="/ppt/slideLayouts/slideLayout11.xml" Id="Rb1999c15528249e7" /><Relationship Type="http://schemas.openxmlformats.org/officeDocument/2006/relationships/slideLayout" Target="/ppt/slideLayouts/slideLayout12.xml" Id="Re27ea8a503e4429f" /><Relationship Type="http://schemas.openxmlformats.org/officeDocument/2006/relationships/slideLayout" Target="/ppt/slideLayouts/slideLayout13.xml" Id="R0bc7af68a9094501" /><Relationship Type="http://schemas.openxmlformats.org/officeDocument/2006/relationships/slideLayout" Target="/ppt/slideLayouts/slideLayout14.xml" Id="R378aedde47fd49bd" /><Relationship Type="http://schemas.openxmlformats.org/officeDocument/2006/relationships/slideLayout" Target="/ppt/slideLayouts/slideLayout15.xml" Id="R590b1466b35944c9" /><Relationship Type="http://schemas.openxmlformats.org/officeDocument/2006/relationships/slideLayout" Target="/ppt/slideLayouts/slideLayout16.xml" Id="R06408d1ad94a4f6c" /><Relationship Type="http://schemas.openxmlformats.org/officeDocument/2006/relationships/slideLayout" Target="/ppt/slideLayouts/slideLayout17.xml" Id="R64d6dc967a024e73" /><Relationship Type="http://schemas.openxmlformats.org/officeDocument/2006/relationships/slideLayout" Target="/ppt/slideLayouts/slideLayout18.xml" Id="Rdf7958ba0eca46d6" /><Relationship Type="http://schemas.openxmlformats.org/officeDocument/2006/relationships/slideLayout" Target="/ppt/slideLayouts/slideLayout19.xml" Id="Ra8e5e08dda1f463f" /><Relationship Type="http://schemas.openxmlformats.org/officeDocument/2006/relationships/slideLayout" Target="/ppt/slideLayouts/slideLayout20.xml" Id="Ra7437f3bbf5a4394"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8aa43389a579475a" /><Relationship Type="http://schemas.openxmlformats.org/officeDocument/2006/relationships/slideLayout" Target="/ppt/slideLayouts/slideLayout21.xml" Id="R8bd2a0960ef8495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2f7cdeb677409c"/>
    <p:sldLayoutId xmlns:r="http://schemas.openxmlformats.org/officeDocument/2006/relationships" id="2147483650" r:id="Ref9f8b8485674f8d"/>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2" r:id="Rec920be3cd6541c5"/>
    <p:sldLayoutId xmlns:r="http://schemas.openxmlformats.org/officeDocument/2006/relationships" id="2147483653" r:id="Ra22f04605c24484b"/>
    <p:sldLayoutId xmlns:r="http://schemas.openxmlformats.org/officeDocument/2006/relationships" id="2147483654" r:id="R78c56dcd91c24cfd"/>
    <p:sldLayoutId xmlns:r="http://schemas.openxmlformats.org/officeDocument/2006/relationships" id="2147483655" r:id="R63955bdd65784798"/>
    <p:sldLayoutId xmlns:r="http://schemas.openxmlformats.org/officeDocument/2006/relationships" id="2147483656" r:id="R6020fd66c1ae4cbb"/>
    <p:sldLayoutId xmlns:r="http://schemas.openxmlformats.org/officeDocument/2006/relationships" id="2147483657" r:id="Rf32bb3b22c8140b0"/>
    <p:sldLayoutId xmlns:r="http://schemas.openxmlformats.org/officeDocument/2006/relationships" id="2147483658" r:id="R65e957916f06402d"/>
    <p:sldLayoutId xmlns:r="http://schemas.openxmlformats.org/officeDocument/2006/relationships" id="2147483659" r:id="R59e3a75dacec4597"/>
    <p:sldLayoutId xmlns:r="http://schemas.openxmlformats.org/officeDocument/2006/relationships" id="2147483660" r:id="Rb1999c15528249e7"/>
    <p:sldLayoutId xmlns:r="http://schemas.openxmlformats.org/officeDocument/2006/relationships" id="2147483661" r:id="Re27ea8a503e4429f"/>
    <p:sldLayoutId xmlns:r="http://schemas.openxmlformats.org/officeDocument/2006/relationships" id="2147483662" r:id="R0bc7af68a9094501"/>
    <p:sldLayoutId xmlns:r="http://schemas.openxmlformats.org/officeDocument/2006/relationships" id="2147483663" r:id="R378aedde47fd49bd"/>
    <p:sldLayoutId xmlns:r="http://schemas.openxmlformats.org/officeDocument/2006/relationships" id="2147483664" r:id="R590b1466b35944c9"/>
    <p:sldLayoutId xmlns:r="http://schemas.openxmlformats.org/officeDocument/2006/relationships" id="2147483665" r:id="R06408d1ad94a4f6c"/>
    <p:sldLayoutId xmlns:r="http://schemas.openxmlformats.org/officeDocument/2006/relationships" id="2147483666" r:id="R64d6dc967a024e73"/>
    <p:sldLayoutId xmlns:r="http://schemas.openxmlformats.org/officeDocument/2006/relationships" id="2147483667" r:id="Rdf7958ba0eca46d6"/>
    <p:sldLayoutId xmlns:r="http://schemas.openxmlformats.org/officeDocument/2006/relationships" id="2147483668" r:id="Ra8e5e08dda1f463f"/>
    <p:sldLayoutId xmlns:r="http://schemas.openxmlformats.org/officeDocument/2006/relationships" id="2147483669" r:id="Ra7437f3bbf5a4394"/>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1" r:id="R8bd2a0960ef84950"/>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ver and End Slide Master">
  <a:themeElements>
    <a:clrScheme name="ALLPPT-122">
      <a:dk1>
        <a:sysClr val="windowText" lastClr="000000"/>
      </a:dk1>
      <a:lt1>
        <a:sysClr val="window" lastClr="FFFFFF"/>
      </a:lt1>
      <a:dk2>
        <a:srgbClr val="1F497D"/>
      </a:dk2>
      <a:lt2>
        <a:srgbClr val="EEECE1"/>
      </a:lt2>
      <a:accent1>
        <a:srgbClr val="F0D23F"/>
      </a:accent1>
      <a:accent2>
        <a:srgbClr val="F79465"/>
      </a:accent2>
      <a:accent3>
        <a:srgbClr val="ED3B55"/>
      </a:accent3>
      <a:accent4>
        <a:srgbClr val="54CBA0"/>
      </a:accent4>
      <a:accent5>
        <a:srgbClr val="78AAE1"/>
      </a:accent5>
      <a:accent6>
        <a:srgbClr val="77DBE1"/>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ALLPPT-1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ontents Slide Master">
  <a:themeElements>
    <a:clrScheme name="ALLPPT-122">
      <a:dk1>
        <a:sysClr val="windowText" lastClr="000000"/>
      </a:dk1>
      <a:lt1>
        <a:sysClr val="window" lastClr="FFFFFF"/>
      </a:lt1>
      <a:dk2>
        <a:srgbClr val="1F497D"/>
      </a:dk2>
      <a:lt2>
        <a:srgbClr val="EEECE1"/>
      </a:lt2>
      <a:accent1>
        <a:srgbClr val="F0D23F"/>
      </a:accent1>
      <a:accent2>
        <a:srgbClr val="F79465"/>
      </a:accent2>
      <a:accent3>
        <a:srgbClr val="ED3B55"/>
      </a:accent3>
      <a:accent4>
        <a:srgbClr val="54CBA0"/>
      </a:accent4>
      <a:accent5>
        <a:srgbClr val="78AAE1"/>
      </a:accent5>
      <a:accent6>
        <a:srgbClr val="77DBE1"/>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ALLPPT-1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Section Break Slide Master">
  <a:themeElements>
    <a:clrScheme name="ALLPPT-628">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ALLPPT FONT">
      <a:majorFont>
        <a:latin typeface="Arial"/>
        <a:ea typeface="Arial Unicode MS"/>
        <a:cs typeface=""/>
      </a:majorFont>
      <a:minorFont>
        <a:latin typeface="Arial"/>
        <a:ea typeface="Arial Unicode MS"/>
        <a:cs typeface=""/>
      </a:minorFont>
    </a:fontScheme>
    <a:fmtScheme name="ALLPPT-628">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07ec3c9b144a1d" /><Relationship Type="http://schemas.openxmlformats.org/officeDocument/2006/relationships/hyperlink" Target="http://www.free-powerpoint-templates-design.com/" TargetMode="External" Id="Rf10e5c7c72fe41dd" /><Relationship Type="http://schemas.openxmlformats.org/officeDocument/2006/relationships/hyperlink" Target="http://www.free-powerpoint-templates-design.com/" TargetMode="External" Id="R1ceb68b26c244854" /><Relationship Type="http://schemas.openxmlformats.org/officeDocument/2006/relationships/notesSlide" Target="/ppt/notesSlides/notesSlide1.xml" Id="Rd21fe0b6d76d4b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7742b7a42120479b" /><Relationship Type="http://schemas.openxmlformats.org/officeDocument/2006/relationships/notesSlide" Target="/ppt/notesSlides/notesSlide2.xml" Id="Rc1a6942f37994b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1.xml" Id="Rfa1a6809432d44c4" /><Relationship Type="http://schemas.openxmlformats.org/officeDocument/2006/relationships/notesSlide" Target="/ppt/notesSlides/notesSlide3.xml" Id="R571e350b42e84b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c4126096c8004e5d" /><Relationship Type="http://schemas.openxmlformats.org/officeDocument/2006/relationships/notesSlide" Target="/ppt/notesSlides/notesSlide4.xml" Id="Red7a54cae62342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805df11be5ba4392" /><Relationship Type="http://schemas.openxmlformats.org/officeDocument/2006/relationships/notesSlide" Target="/ppt/notesSlides/notesSlide5.xml" Id="R383be9835d714a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f806ab496b4d4d05" /><Relationship Type="http://schemas.openxmlformats.org/officeDocument/2006/relationships/notesSlide" Target="/ppt/notesSlides/notesSlide6.xml" Id="Rdd2bdcb970c145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39ba1b7e6f8743c4" /><Relationship Type="http://schemas.openxmlformats.org/officeDocument/2006/relationships/notesSlide" Target="/ppt/notesSlides/notesSlide7.xml" Id="R92439ab8ad5b40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53ace92e445b4629" /><Relationship Type="http://schemas.openxmlformats.org/officeDocument/2006/relationships/notesSlide" Target="/ppt/notesSlides/notesSlide8.xml" Id="R82dbb524f2434e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ca24cab01ea9493e" /><Relationship Type="http://schemas.openxmlformats.org/officeDocument/2006/relationships/notesSlide" Target="/ppt/notesSlides/notesSlide9.xml" Id="R5bdd05d3c1864e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66130e228df4248" /><Relationship Type="http://schemas.openxmlformats.org/officeDocument/2006/relationships/notesSlide" Target="/ppt/notesSlides/notesSlide10.xml" Id="R915a31a707444c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f3efedaee0514be5" /><Relationship Type="http://schemas.openxmlformats.org/officeDocument/2006/relationships/notesSlide" Target="/ppt/notesSlides/notesSlide11.xml" Id="R18777ba3db154e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d406e7f453cb4553" /><Relationship Type="http://schemas.openxmlformats.org/officeDocument/2006/relationships/notesSlide" Target="/ppt/notesSlides/notesSlide12.xml" Id="R03877b5f9b564f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cf5c240801c0446a" /><Relationship Type="http://schemas.openxmlformats.org/officeDocument/2006/relationships/notesSlide" Target="/ppt/notesSlides/notesSlide13.xml" Id="R66037f01822f4c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75dde6a899bb41a3" /><Relationship Type="http://schemas.openxmlformats.org/officeDocument/2006/relationships/notesSlide" Target="/ppt/notesSlides/notesSlide14.xml" Id="R8b106f9d26cd43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b02a4c7f156c4ee4" /><Relationship Type="http://schemas.openxmlformats.org/officeDocument/2006/relationships/notesSlide" Target="/ppt/notesSlides/notesSlide15.xml" Id="R9b20880b500947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aab5fbecb47243b0" /><Relationship Type="http://schemas.openxmlformats.org/officeDocument/2006/relationships/notesSlide" Target="/ppt/notesSlides/notesSlide16.xml" Id="Re060d6c2f8b6486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a57fd7bf30fb4c20" /><Relationship Type="http://schemas.openxmlformats.org/officeDocument/2006/relationships/notesSlide" Target="/ppt/notesSlides/notesSlide17.xml" Id="Re7d880bea468454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9.xml" Id="Rcfa734a9005e43b4" /><Relationship Type="http://schemas.openxmlformats.org/officeDocument/2006/relationships/notesSlide" Target="/ppt/notesSlides/notesSlide18.xml" Id="Rf25a5258eb3e4f0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5990b0ac7914327" /><Relationship Type="http://schemas.openxmlformats.org/officeDocument/2006/relationships/notesSlide" Target="/ppt/notesSlides/notesSlide19.xml" Id="Ra68a1ce211a143e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4.xml" Id="R17440d95b6c34d4e" /><Relationship Type="http://schemas.openxmlformats.org/officeDocument/2006/relationships/notesSlide" Target="/ppt/notesSlides/notesSlide20.xml" Id="R861c48d2ed2a432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1.xml" Id="R52508b3feae2423a" /><Relationship Type="http://schemas.openxmlformats.org/officeDocument/2006/relationships/notesSlide" Target="/ppt/notesSlides/notesSlide21.xml" Id="R4fc48c81494142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cbfc322af491451f" /><Relationship Type="http://schemas.openxmlformats.org/officeDocument/2006/relationships/notesSlide" Target="/ppt/notesSlides/notesSlide22.xml" Id="R26d03cb9719445e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f1443925c91d4f75" /><Relationship Type="http://schemas.openxmlformats.org/officeDocument/2006/relationships/notesSlide" Target="/ppt/notesSlides/notesSlide23.xml" Id="Rb67755ece253412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0.xml" Id="R7ce0a31ac2924c09" /><Relationship Type="http://schemas.openxmlformats.org/officeDocument/2006/relationships/notesSlide" Target="/ppt/notesSlides/notesSlide24.xml" Id="Rc83d3b513cbe44b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ea174505dcaf431b" /><Relationship Type="http://schemas.openxmlformats.org/officeDocument/2006/relationships/notesSlide" Target="/ppt/notesSlides/notesSlide25.xml" Id="R9606b99881f44c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5717db2c37334ea9" /><Relationship Type="http://schemas.openxmlformats.org/officeDocument/2006/relationships/notesSlide" Target="/ppt/notesSlides/notesSlide26.xml" Id="R0c8808d941304ff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c5a6051a120c4406" /><Relationship Type="http://schemas.openxmlformats.org/officeDocument/2006/relationships/notesSlide" Target="/ppt/notesSlides/notesSlide27.xml" Id="R87f01877e69d47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8aa183e996d4eac" /><Relationship Type="http://schemas.openxmlformats.org/officeDocument/2006/relationships/notesSlide" Target="/ppt/notesSlides/notesSlide28.xml" Id="R06961998100b474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aaaf267367fd43ca" /><Relationship Type="http://schemas.openxmlformats.org/officeDocument/2006/relationships/notesSlide" Target="/ppt/notesSlides/notesSlide29.xml" Id="R3efba8b9f47f4a1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3.xml" Id="Rd115f997bfb9467e" /><Relationship Type="http://schemas.openxmlformats.org/officeDocument/2006/relationships/notesSlide" Target="/ppt/notesSlides/notesSlide30.xml" Id="R922569308fec4f2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3" name="TextBox 22">
            <a:hlinkClick xmlns:r="http://schemas.openxmlformats.org/officeDocument/2006/relationships" xmlns:a="http://schemas.openxmlformats.org/drawingml/2006/main" r:id="Rf10e5c7c72fe41dd"/>
            <a:extLst xmlns:a="http://schemas.openxmlformats.org/drawingml/2006/main">
              <a:ext uri="{FF2B5EF4-FFF2-40B4-BE49-F238E27FC236}">
                <a16:creationId xmlns:a16="http://schemas.microsoft.com/office/drawing/2014/main" id="{D6A79285-3107-4BC0-8875-8EF27C571FEF}"/>
              </a:ext>
            </a:extLst>
          </p:cNvPr>
          <p:cNvSpPr>
            <a:spLocks xmlns:a="http://schemas.openxmlformats.org/drawingml/2006/main" noGrp="1"/>
          </p:cNvSpPr>
          <p:nvPr/>
        </p:nvSpPr>
        <p:spPr>
          <a:xfrm xmlns:a="http://schemas.openxmlformats.org/drawingml/2006/main" rot="0" flipH="0" flipV="0">
            <a:off x="609468" y="6117628"/>
            <a:ext cx="5286101" cy="246221"/>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000">
                <a:solidFill>
                  <a:schemeClr val="bg1"/>
                </a:solidFill>
                <a:hlinkClick xmlns:r="http://schemas.openxmlformats.org/officeDocument/2006/relationships" r:id="R1ceb68b26c244854"/>
              </a:rPr>
              <a:t/>
            </a:r>
            <a:endParaRPr sz="1000">
              <a:solidFill>
                <a:schemeClr val="bg1"/>
              </a:solidFill>
            </a:endParaRPr>
          </a:p>
        </p:txBody>
      </p:sp>
      <p:sp>
        <p:nvSpPr>
          <p:cNvPr id="24" name="TextBox 23">
            <a:extLst xmlns:a="http://schemas.openxmlformats.org/drawingml/2006/main">
              <a:ext uri="{FF2B5EF4-FFF2-40B4-BE49-F238E27FC236}">
                <a16:creationId xmlns:a16="http://schemas.microsoft.com/office/drawing/2014/main" id="{C8B135A4-E404-492F-A148-A6DA3E196F2F}"/>
              </a:ext>
            </a:extLst>
          </p:cNvPr>
          <p:cNvSpPr>
            <a:spLocks xmlns:a="http://schemas.openxmlformats.org/drawingml/2006/main" noGrp="1"/>
          </p:cNvSpPr>
          <p:nvPr/>
        </p:nvSpPr>
        <p:spPr>
          <a:xfrm xmlns:a="http://schemas.openxmlformats.org/drawingml/2006/main" rot="0" flipH="0" flipV="0">
            <a:off x="609467" y="3130359"/>
            <a:ext cx="5286102" cy="2585323"/>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5400">
                <a:solidFill>
                  <a:schemeClr val="bg1"/>
                </a:solidFill>
                <a:latin typeface="+mj-lt"/>
                <a:ea typeface="+mj-lt"/>
                <a:cs typeface="+mj-lt"/>
              </a:rPr>
              <a:t/>
            </a:r>
          </a:p>
        </p:txBody>
      </p:sp>
      <p:sp>
        <p:nvSpPr>
          <p:cNvPr id="35" name="TextBox 34">
            <a:extLst xmlns:a="http://schemas.openxmlformats.org/drawingml/2006/main">
              <a:ext uri="{FF2B5EF4-FFF2-40B4-BE49-F238E27FC236}">
                <a16:creationId xmlns:a16="http://schemas.microsoft.com/office/drawing/2014/main" id="{E40B7C1A-C50C-404D-A7B2-1762B76D5ED9}"/>
              </a:ext>
            </a:extLst>
          </p:cNvPr>
          <p:cNvSpPr>
            <a:spLocks xmlns:a="http://schemas.openxmlformats.org/drawingml/2006/main" noGrp="1"/>
          </p:cNvSpPr>
          <p:nvPr/>
        </p:nvSpPr>
        <p:spPr>
          <a:xfrm xmlns:a="http://schemas.openxmlformats.org/drawingml/2006/main" rot="0" flipH="0" flipV="0">
            <a:off x="609467" y="5715682"/>
            <a:ext cx="5286102" cy="3796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867">
                <a:solidFill>
                  <a:schemeClr val="bg1"/>
                </a:solidFill>
              </a:rPr>
              <a:t/>
            </a:r>
            <a:endParaRPr sz="1867">
              <a:solidFill>
                <a:schemeClr val="bg1"/>
              </a:solidFill>
            </a:endParaRPr>
          </a:p>
        </p:txBody>
      </p:sp>
      <p:sp>
        <p:nvSpPr>
          <p:cNvPr id="36" name="자유형: 도형 35">
            <a:extLst xmlns:a="http://schemas.openxmlformats.org/drawingml/2006/main">
              <a:ext uri="{FF2B5EF4-FFF2-40B4-BE49-F238E27FC236}">
                <a16:creationId xmlns:a16="http://schemas.microsoft.com/office/drawing/2014/main" id="{3A81106C-4A25-414A-B03C-328D3D3E8974}"/>
              </a:ext>
            </a:extLst>
          </p:cNvPr>
          <p:cNvSpPr>
            <a:spLocks xmlns:a="http://schemas.openxmlformats.org/drawingml/2006/main" noGrp="1"/>
          </p:cNvSpPr>
          <p:nvPr/>
        </p:nvSpPr>
        <p:spPr>
          <a:xfrm xmlns:a="http://schemas.openxmlformats.org/drawingml/2006/main">
            <a:off x="609467" y="512930"/>
            <a:ext cx="1684599" cy="432917"/>
          </a:xfrm>
          <a:custGeom xmlns:a="http://schemas.openxmlformats.org/drawingml/2006/main">
            <a:gdLst>
              <a:gd name="connsiteX0" fmla="*/ 1270457 w 1684599"/>
              <a:gd name="connsiteY0" fmla="*/ 318010 h 432917"/>
              <a:gd name="connsiteX1" fmla="*/ 1282754 w 1684599"/>
              <a:gd name="connsiteY1" fmla="*/ 318010 h 432917"/>
              <a:gd name="connsiteX2" fmla="*/ 1282754 w 1684599"/>
              <a:gd name="connsiteY2" fmla="*/ 328456 h 432917"/>
              <a:gd name="connsiteX3" fmla="*/ 1270457 w 1684599"/>
              <a:gd name="connsiteY3" fmla="*/ 328456 h 432917"/>
              <a:gd name="connsiteX4" fmla="*/ 1388670 w 1684599"/>
              <a:gd name="connsiteY4" fmla="*/ 282441 h 432917"/>
              <a:gd name="connsiteX5" fmla="*/ 1375712 w 1684599"/>
              <a:gd name="connsiteY5" fmla="*/ 287069 h 432917"/>
              <a:gd name="connsiteX6" fmla="*/ 1370819 w 1684599"/>
              <a:gd name="connsiteY6" fmla="*/ 301217 h 432917"/>
              <a:gd name="connsiteX7" fmla="*/ 1375844 w 1684599"/>
              <a:gd name="connsiteY7" fmla="*/ 315234 h 432917"/>
              <a:gd name="connsiteX8" fmla="*/ 1388670 w 1684599"/>
              <a:gd name="connsiteY8" fmla="*/ 319994 h 432917"/>
              <a:gd name="connsiteX9" fmla="*/ 1401364 w 1684599"/>
              <a:gd name="connsiteY9" fmla="*/ 315234 h 432917"/>
              <a:gd name="connsiteX10" fmla="*/ 1406389 w 1684599"/>
              <a:gd name="connsiteY10" fmla="*/ 300953 h 432917"/>
              <a:gd name="connsiteX11" fmla="*/ 1401496 w 1684599"/>
              <a:gd name="connsiteY11" fmla="*/ 286937 h 432917"/>
              <a:gd name="connsiteX12" fmla="*/ 1388670 w 1684599"/>
              <a:gd name="connsiteY12" fmla="*/ 282441 h 432917"/>
              <a:gd name="connsiteX13" fmla="*/ 1425033 w 1684599"/>
              <a:gd name="connsiteY13" fmla="*/ 273846 h 432917"/>
              <a:gd name="connsiteX14" fmla="*/ 1444339 w 1684599"/>
              <a:gd name="connsiteY14" fmla="*/ 273846 h 432917"/>
              <a:gd name="connsiteX15" fmla="*/ 1455975 w 1684599"/>
              <a:gd name="connsiteY15" fmla="*/ 311134 h 432917"/>
              <a:gd name="connsiteX16" fmla="*/ 1467479 w 1684599"/>
              <a:gd name="connsiteY16" fmla="*/ 273846 h 432917"/>
              <a:gd name="connsiteX17" fmla="*/ 1486916 w 1684599"/>
              <a:gd name="connsiteY17" fmla="*/ 273846 h 432917"/>
              <a:gd name="connsiteX18" fmla="*/ 1486916 w 1684599"/>
              <a:gd name="connsiteY18" fmla="*/ 328456 h 432917"/>
              <a:gd name="connsiteX19" fmla="*/ 1474883 w 1684599"/>
              <a:gd name="connsiteY19" fmla="*/ 328456 h 432917"/>
              <a:gd name="connsiteX20" fmla="*/ 1474883 w 1684599"/>
              <a:gd name="connsiteY20" fmla="*/ 285482 h 432917"/>
              <a:gd name="connsiteX21" fmla="*/ 1462190 w 1684599"/>
              <a:gd name="connsiteY21" fmla="*/ 328456 h 432917"/>
              <a:gd name="connsiteX22" fmla="*/ 1449760 w 1684599"/>
              <a:gd name="connsiteY22" fmla="*/ 328456 h 432917"/>
              <a:gd name="connsiteX23" fmla="*/ 1437066 w 1684599"/>
              <a:gd name="connsiteY23" fmla="*/ 285482 h 432917"/>
              <a:gd name="connsiteX24" fmla="*/ 1437066 w 1684599"/>
              <a:gd name="connsiteY24" fmla="*/ 328456 h 432917"/>
              <a:gd name="connsiteX25" fmla="*/ 1425033 w 1684599"/>
              <a:gd name="connsiteY25" fmla="*/ 328456 h 432917"/>
              <a:gd name="connsiteX26" fmla="*/ 1388538 w 1684599"/>
              <a:gd name="connsiteY26" fmla="*/ 272920 h 432917"/>
              <a:gd name="connsiteX27" fmla="*/ 1411149 w 1684599"/>
              <a:gd name="connsiteY27" fmla="*/ 280457 h 432917"/>
              <a:gd name="connsiteX28" fmla="*/ 1419612 w 1684599"/>
              <a:gd name="connsiteY28" fmla="*/ 301217 h 432917"/>
              <a:gd name="connsiteX29" fmla="*/ 1411149 w 1684599"/>
              <a:gd name="connsiteY29" fmla="*/ 321845 h 432917"/>
              <a:gd name="connsiteX30" fmla="*/ 1388538 w 1684599"/>
              <a:gd name="connsiteY30" fmla="*/ 329250 h 432917"/>
              <a:gd name="connsiteX31" fmla="*/ 1365795 w 1684599"/>
              <a:gd name="connsiteY31" fmla="*/ 321845 h 432917"/>
              <a:gd name="connsiteX32" fmla="*/ 1357332 w 1684599"/>
              <a:gd name="connsiteY32" fmla="*/ 301350 h 432917"/>
              <a:gd name="connsiteX33" fmla="*/ 1360241 w 1684599"/>
              <a:gd name="connsiteY33" fmla="*/ 287333 h 432917"/>
              <a:gd name="connsiteX34" fmla="*/ 1366191 w 1684599"/>
              <a:gd name="connsiteY34" fmla="*/ 279796 h 432917"/>
              <a:gd name="connsiteX35" fmla="*/ 1374522 w 1684599"/>
              <a:gd name="connsiteY35" fmla="*/ 274904 h 432917"/>
              <a:gd name="connsiteX36" fmla="*/ 1388538 w 1684599"/>
              <a:gd name="connsiteY36" fmla="*/ 272920 h 432917"/>
              <a:gd name="connsiteX37" fmla="*/ 1322688 w 1684599"/>
              <a:gd name="connsiteY37" fmla="*/ 272920 h 432917"/>
              <a:gd name="connsiteX38" fmla="*/ 1341729 w 1684599"/>
              <a:gd name="connsiteY38" fmla="*/ 278871 h 432917"/>
              <a:gd name="connsiteX39" fmla="*/ 1348340 w 1684599"/>
              <a:gd name="connsiteY39" fmla="*/ 288920 h 432917"/>
              <a:gd name="connsiteX40" fmla="*/ 1335514 w 1684599"/>
              <a:gd name="connsiteY40" fmla="*/ 291565 h 432917"/>
              <a:gd name="connsiteX41" fmla="*/ 1330754 w 1684599"/>
              <a:gd name="connsiteY41" fmla="*/ 284821 h 432917"/>
              <a:gd name="connsiteX42" fmla="*/ 1322027 w 1684599"/>
              <a:gd name="connsiteY42" fmla="*/ 282309 h 432917"/>
              <a:gd name="connsiteX43" fmla="*/ 1310523 w 1684599"/>
              <a:gd name="connsiteY43" fmla="*/ 286672 h 432917"/>
              <a:gd name="connsiteX44" fmla="*/ 1306027 w 1684599"/>
              <a:gd name="connsiteY44" fmla="*/ 300821 h 432917"/>
              <a:gd name="connsiteX45" fmla="*/ 1310390 w 1684599"/>
              <a:gd name="connsiteY45" fmla="*/ 315630 h 432917"/>
              <a:gd name="connsiteX46" fmla="*/ 1321762 w 1684599"/>
              <a:gd name="connsiteY46" fmla="*/ 319994 h 432917"/>
              <a:gd name="connsiteX47" fmla="*/ 1330622 w 1684599"/>
              <a:gd name="connsiteY47" fmla="*/ 317217 h 432917"/>
              <a:gd name="connsiteX48" fmla="*/ 1335911 w 1684599"/>
              <a:gd name="connsiteY48" fmla="*/ 308490 h 432917"/>
              <a:gd name="connsiteX49" fmla="*/ 1348472 w 1684599"/>
              <a:gd name="connsiteY49" fmla="*/ 311928 h 432917"/>
              <a:gd name="connsiteX50" fmla="*/ 1338820 w 1684599"/>
              <a:gd name="connsiteY50" fmla="*/ 325151 h 432917"/>
              <a:gd name="connsiteX51" fmla="*/ 1321762 w 1684599"/>
              <a:gd name="connsiteY51" fmla="*/ 329514 h 432917"/>
              <a:gd name="connsiteX52" fmla="*/ 1300738 w 1684599"/>
              <a:gd name="connsiteY52" fmla="*/ 322109 h 432917"/>
              <a:gd name="connsiteX53" fmla="*/ 1292540 w 1684599"/>
              <a:gd name="connsiteY53" fmla="*/ 301746 h 432917"/>
              <a:gd name="connsiteX54" fmla="*/ 1300738 w 1684599"/>
              <a:gd name="connsiteY54" fmla="*/ 280590 h 432917"/>
              <a:gd name="connsiteX55" fmla="*/ 1322688 w 1684599"/>
              <a:gd name="connsiteY55" fmla="*/ 272920 h 432917"/>
              <a:gd name="connsiteX56" fmla="*/ 1016180 w 1684599"/>
              <a:gd name="connsiteY56" fmla="*/ 134080 h 432917"/>
              <a:gd name="connsiteX57" fmla="*/ 1016180 w 1684599"/>
              <a:gd name="connsiteY57" fmla="*/ 200723 h 432917"/>
              <a:gd name="connsiteX58" fmla="*/ 1039055 w 1684599"/>
              <a:gd name="connsiteY58" fmla="*/ 200723 h 432917"/>
              <a:gd name="connsiteX59" fmla="*/ 1072113 w 1684599"/>
              <a:gd name="connsiteY59" fmla="*/ 197021 h 432917"/>
              <a:gd name="connsiteX60" fmla="*/ 1085203 w 1684599"/>
              <a:gd name="connsiteY60" fmla="*/ 185517 h 432917"/>
              <a:gd name="connsiteX61" fmla="*/ 1089964 w 1684599"/>
              <a:gd name="connsiteY61" fmla="*/ 167269 h 432917"/>
              <a:gd name="connsiteX62" fmla="*/ 1083352 w 1684599"/>
              <a:gd name="connsiteY62" fmla="*/ 146113 h 432917"/>
              <a:gd name="connsiteX63" fmla="*/ 1066559 w 1684599"/>
              <a:gd name="connsiteY63" fmla="*/ 135667 h 432917"/>
              <a:gd name="connsiteX64" fmla="*/ 1036411 w 1684599"/>
              <a:gd name="connsiteY64" fmla="*/ 134080 h 432917"/>
              <a:gd name="connsiteX65" fmla="*/ 822993 w 1684599"/>
              <a:gd name="connsiteY65" fmla="*/ 134080 h 432917"/>
              <a:gd name="connsiteX66" fmla="*/ 822993 w 1684599"/>
              <a:gd name="connsiteY66" fmla="*/ 200723 h 432917"/>
              <a:gd name="connsiteX67" fmla="*/ 845869 w 1684599"/>
              <a:gd name="connsiteY67" fmla="*/ 200723 h 432917"/>
              <a:gd name="connsiteX68" fmla="*/ 878926 w 1684599"/>
              <a:gd name="connsiteY68" fmla="*/ 197021 h 432917"/>
              <a:gd name="connsiteX69" fmla="*/ 892017 w 1684599"/>
              <a:gd name="connsiteY69" fmla="*/ 185517 h 432917"/>
              <a:gd name="connsiteX70" fmla="*/ 896777 w 1684599"/>
              <a:gd name="connsiteY70" fmla="*/ 167269 h 432917"/>
              <a:gd name="connsiteX71" fmla="*/ 890166 w 1684599"/>
              <a:gd name="connsiteY71" fmla="*/ 146113 h 432917"/>
              <a:gd name="connsiteX72" fmla="*/ 873373 w 1684599"/>
              <a:gd name="connsiteY72" fmla="*/ 135667 h 432917"/>
              <a:gd name="connsiteX73" fmla="*/ 843224 w 1684599"/>
              <a:gd name="connsiteY73" fmla="*/ 134080 h 432917"/>
              <a:gd name="connsiteX74" fmla="*/ 626501 w 1684599"/>
              <a:gd name="connsiteY74" fmla="*/ 103271 h 432917"/>
              <a:gd name="connsiteX75" fmla="*/ 645278 w 1684599"/>
              <a:gd name="connsiteY75" fmla="*/ 103800 h 432917"/>
              <a:gd name="connsiteX76" fmla="*/ 640121 w 1684599"/>
              <a:gd name="connsiteY76" fmla="*/ 319994 h 432917"/>
              <a:gd name="connsiteX77" fmla="*/ 743524 w 1684599"/>
              <a:gd name="connsiteY77" fmla="*/ 319994 h 432917"/>
              <a:gd name="connsiteX78" fmla="*/ 743524 w 1684599"/>
              <a:gd name="connsiteY78" fmla="*/ 338902 h 432917"/>
              <a:gd name="connsiteX79" fmla="*/ 620948 w 1684599"/>
              <a:gd name="connsiteY79" fmla="*/ 338902 h 432917"/>
              <a:gd name="connsiteX80" fmla="*/ 475496 w 1684599"/>
              <a:gd name="connsiteY80" fmla="*/ 103271 h 432917"/>
              <a:gd name="connsiteX81" fmla="*/ 494272 w 1684599"/>
              <a:gd name="connsiteY81" fmla="*/ 103800 h 432917"/>
              <a:gd name="connsiteX82" fmla="*/ 489644 w 1684599"/>
              <a:gd name="connsiteY82" fmla="*/ 319994 h 432917"/>
              <a:gd name="connsiteX83" fmla="*/ 583527 w 1684599"/>
              <a:gd name="connsiteY83" fmla="*/ 319994 h 432917"/>
              <a:gd name="connsiteX84" fmla="*/ 583527 w 1684599"/>
              <a:gd name="connsiteY84" fmla="*/ 338902 h 432917"/>
              <a:gd name="connsiteX85" fmla="*/ 470339 w 1684599"/>
              <a:gd name="connsiteY85" fmla="*/ 338902 h 432917"/>
              <a:gd name="connsiteX86" fmla="*/ 340754 w 1684599"/>
              <a:gd name="connsiteY86" fmla="*/ 103271 h 432917"/>
              <a:gd name="connsiteX87" fmla="*/ 441645 w 1684599"/>
              <a:gd name="connsiteY87" fmla="*/ 332422 h 432917"/>
              <a:gd name="connsiteX88" fmla="*/ 424191 w 1684599"/>
              <a:gd name="connsiteY88" fmla="*/ 338902 h 432917"/>
              <a:gd name="connsiteX89" fmla="*/ 341019 w 1684599"/>
              <a:gd name="connsiteY89" fmla="*/ 150226 h 432917"/>
              <a:gd name="connsiteX90" fmla="*/ 262871 w 1684599"/>
              <a:gd name="connsiteY90" fmla="*/ 334133 h 432917"/>
              <a:gd name="connsiteX91" fmla="*/ 245285 w 1684599"/>
              <a:gd name="connsiteY91" fmla="*/ 327653 h 432917"/>
              <a:gd name="connsiteX92" fmla="*/ 1152640 w 1684599"/>
              <a:gd name="connsiteY92" fmla="*/ 94147 h 432917"/>
              <a:gd name="connsiteX93" fmla="*/ 1317530 w 1684599"/>
              <a:gd name="connsiteY93" fmla="*/ 94147 h 432917"/>
              <a:gd name="connsiteX94" fmla="*/ 1317530 w 1684599"/>
              <a:gd name="connsiteY94" fmla="*/ 133948 h 432917"/>
              <a:gd name="connsiteX95" fmla="*/ 1256176 w 1684599"/>
              <a:gd name="connsiteY95" fmla="*/ 133948 h 432917"/>
              <a:gd name="connsiteX96" fmla="*/ 1256176 w 1684599"/>
              <a:gd name="connsiteY96" fmla="*/ 329514 h 432917"/>
              <a:gd name="connsiteX97" fmla="*/ 1214259 w 1684599"/>
              <a:gd name="connsiteY97" fmla="*/ 329514 h 432917"/>
              <a:gd name="connsiteX98" fmla="*/ 1214259 w 1684599"/>
              <a:gd name="connsiteY98" fmla="*/ 133948 h 432917"/>
              <a:gd name="connsiteX99" fmla="*/ 1152640 w 1684599"/>
              <a:gd name="connsiteY99" fmla="*/ 133948 h 432917"/>
              <a:gd name="connsiteX100" fmla="*/ 974396 w 1684599"/>
              <a:gd name="connsiteY100" fmla="*/ 94147 h 432917"/>
              <a:gd name="connsiteX101" fmla="*/ 1041568 w 1684599"/>
              <a:gd name="connsiteY101" fmla="*/ 94147 h 432917"/>
              <a:gd name="connsiteX102" fmla="*/ 1091418 w 1684599"/>
              <a:gd name="connsiteY102" fmla="*/ 97717 h 432917"/>
              <a:gd name="connsiteX103" fmla="*/ 1121302 w 1684599"/>
              <a:gd name="connsiteY103" fmla="*/ 120725 h 432917"/>
              <a:gd name="connsiteX104" fmla="*/ 1133335 w 1684599"/>
              <a:gd name="connsiteY104" fmla="*/ 166608 h 432917"/>
              <a:gd name="connsiteX105" fmla="*/ 1126459 w 1684599"/>
              <a:gd name="connsiteY105" fmla="*/ 203103 h 432917"/>
              <a:gd name="connsiteX106" fmla="*/ 1108872 w 1684599"/>
              <a:gd name="connsiteY106" fmla="*/ 226243 h 432917"/>
              <a:gd name="connsiteX107" fmla="*/ 1087187 w 1684599"/>
              <a:gd name="connsiteY107" fmla="*/ 237350 h 432917"/>
              <a:gd name="connsiteX108" fmla="*/ 1043684 w 1684599"/>
              <a:gd name="connsiteY108" fmla="*/ 240656 h 432917"/>
              <a:gd name="connsiteX109" fmla="*/ 1016312 w 1684599"/>
              <a:gd name="connsiteY109" fmla="*/ 240656 h 432917"/>
              <a:gd name="connsiteX110" fmla="*/ 1016312 w 1684599"/>
              <a:gd name="connsiteY110" fmla="*/ 329382 h 432917"/>
              <a:gd name="connsiteX111" fmla="*/ 974396 w 1684599"/>
              <a:gd name="connsiteY111" fmla="*/ 329382 h 432917"/>
              <a:gd name="connsiteX112" fmla="*/ 781077 w 1684599"/>
              <a:gd name="connsiteY112" fmla="*/ 94147 h 432917"/>
              <a:gd name="connsiteX113" fmla="*/ 848249 w 1684599"/>
              <a:gd name="connsiteY113" fmla="*/ 94147 h 432917"/>
              <a:gd name="connsiteX114" fmla="*/ 898099 w 1684599"/>
              <a:gd name="connsiteY114" fmla="*/ 97717 h 432917"/>
              <a:gd name="connsiteX115" fmla="*/ 927983 w 1684599"/>
              <a:gd name="connsiteY115" fmla="*/ 120725 h 432917"/>
              <a:gd name="connsiteX116" fmla="*/ 940016 w 1684599"/>
              <a:gd name="connsiteY116" fmla="*/ 166608 h 432917"/>
              <a:gd name="connsiteX117" fmla="*/ 933140 w 1684599"/>
              <a:gd name="connsiteY117" fmla="*/ 203103 h 432917"/>
              <a:gd name="connsiteX118" fmla="*/ 915554 w 1684599"/>
              <a:gd name="connsiteY118" fmla="*/ 226243 h 432917"/>
              <a:gd name="connsiteX119" fmla="*/ 893868 w 1684599"/>
              <a:gd name="connsiteY119" fmla="*/ 237350 h 432917"/>
              <a:gd name="connsiteX120" fmla="*/ 850365 w 1684599"/>
              <a:gd name="connsiteY120" fmla="*/ 240656 h 432917"/>
              <a:gd name="connsiteX121" fmla="*/ 822993 w 1684599"/>
              <a:gd name="connsiteY121" fmla="*/ 240656 h 432917"/>
              <a:gd name="connsiteX122" fmla="*/ 822993 w 1684599"/>
              <a:gd name="connsiteY122" fmla="*/ 329382 h 432917"/>
              <a:gd name="connsiteX123" fmla="*/ 781077 w 1684599"/>
              <a:gd name="connsiteY123" fmla="*/ 329382 h 432917"/>
              <a:gd name="connsiteX124" fmla="*/ 216459 w 1684599"/>
              <a:gd name="connsiteY124" fmla="*/ 18776 h 432917"/>
              <a:gd name="connsiteX125" fmla="*/ 18776 w 1684599"/>
              <a:gd name="connsiteY125" fmla="*/ 216458 h 432917"/>
              <a:gd name="connsiteX126" fmla="*/ 216459 w 1684599"/>
              <a:gd name="connsiteY126" fmla="*/ 414141 h 432917"/>
              <a:gd name="connsiteX127" fmla="*/ 1468140 w 1684599"/>
              <a:gd name="connsiteY127" fmla="*/ 414141 h 432917"/>
              <a:gd name="connsiteX128" fmla="*/ 1665823 w 1684599"/>
              <a:gd name="connsiteY128" fmla="*/ 216458 h 432917"/>
              <a:gd name="connsiteX129" fmla="*/ 1468140 w 1684599"/>
              <a:gd name="connsiteY129" fmla="*/ 18776 h 432917"/>
              <a:gd name="connsiteX130" fmla="*/ 216459 w 1684599"/>
              <a:gd name="connsiteY130" fmla="*/ 0 h 432917"/>
              <a:gd name="connsiteX131" fmla="*/ 1468140 w 1684599"/>
              <a:gd name="connsiteY131" fmla="*/ 0 h 432917"/>
              <a:gd name="connsiteX132" fmla="*/ 1684599 w 1684599"/>
              <a:gd name="connsiteY132" fmla="*/ 216458 h 432917"/>
              <a:gd name="connsiteX133" fmla="*/ 1468140 w 1684599"/>
              <a:gd name="connsiteY133" fmla="*/ 432917 h 432917"/>
              <a:gd name="connsiteX134" fmla="*/ 216459 w 1684599"/>
              <a:gd name="connsiteY134" fmla="*/ 432917 h 432917"/>
              <a:gd name="connsiteX135" fmla="*/ 0 w 1684599"/>
              <a:gd name="connsiteY135" fmla="*/ 216458 h 432917"/>
              <a:gd name="connsiteX136" fmla="*/ 216459 w 1684599"/>
              <a:gd name="connsiteY136" fmla="*/ 0 h 432917"/>
            </a:gdLst>
            <a:rect l="l" t="t" r="r" b="b"/>
            <a:pathLst>
              <a:path w="1684599" h="432917">
                <a:moveTo>
                  <a:pt x="1270457" y="318010"/>
                </a:moveTo>
                <a:lnTo>
                  <a:pt x="1282754" y="318010"/>
                </a:lnTo>
                <a:lnTo>
                  <a:pt x="1282754" y="328456"/>
                </a:lnTo>
                <a:lnTo>
                  <a:pt x="1270457" y="328456"/>
                </a:lnTo>
                <a:close/>
                <a:moveTo>
                  <a:pt x="1388670" y="282441"/>
                </a:moveTo>
                <a:cubicBezTo>
                  <a:pt x="1383381" y="282441"/>
                  <a:pt x="1379017" y="284027"/>
                  <a:pt x="1375712" y="287069"/>
                </a:cubicBezTo>
                <a:cubicBezTo>
                  <a:pt x="1372406" y="290242"/>
                  <a:pt x="1370819" y="294870"/>
                  <a:pt x="1370819" y="301217"/>
                </a:cubicBezTo>
                <a:cubicBezTo>
                  <a:pt x="1370819" y="307432"/>
                  <a:pt x="1372538" y="312060"/>
                  <a:pt x="1375844" y="315234"/>
                </a:cubicBezTo>
                <a:cubicBezTo>
                  <a:pt x="1379150" y="318407"/>
                  <a:pt x="1383513" y="319994"/>
                  <a:pt x="1388670" y="319994"/>
                </a:cubicBezTo>
                <a:cubicBezTo>
                  <a:pt x="1393827" y="319994"/>
                  <a:pt x="1398058" y="318407"/>
                  <a:pt x="1401364" y="315234"/>
                </a:cubicBezTo>
                <a:cubicBezTo>
                  <a:pt x="1404670" y="312060"/>
                  <a:pt x="1406389" y="307300"/>
                  <a:pt x="1406389" y="300953"/>
                </a:cubicBezTo>
                <a:cubicBezTo>
                  <a:pt x="1406389" y="294738"/>
                  <a:pt x="1404802" y="289978"/>
                  <a:pt x="1401496" y="286937"/>
                </a:cubicBezTo>
                <a:cubicBezTo>
                  <a:pt x="1398191" y="283895"/>
                  <a:pt x="1393959" y="282441"/>
                  <a:pt x="1388670" y="282441"/>
                </a:cubicBezTo>
                <a:close/>
                <a:moveTo>
                  <a:pt x="1425033" y="273846"/>
                </a:moveTo>
                <a:lnTo>
                  <a:pt x="1444339" y="273846"/>
                </a:lnTo>
                <a:lnTo>
                  <a:pt x="1455975" y="311134"/>
                </a:lnTo>
                <a:lnTo>
                  <a:pt x="1467479" y="273846"/>
                </a:lnTo>
                <a:lnTo>
                  <a:pt x="1486916" y="273846"/>
                </a:lnTo>
                <a:lnTo>
                  <a:pt x="1486916" y="328456"/>
                </a:lnTo>
                <a:lnTo>
                  <a:pt x="1474883" y="328456"/>
                </a:lnTo>
                <a:lnTo>
                  <a:pt x="1474883" y="285482"/>
                </a:lnTo>
                <a:lnTo>
                  <a:pt x="1462190" y="328456"/>
                </a:lnTo>
                <a:lnTo>
                  <a:pt x="1449760" y="328456"/>
                </a:lnTo>
                <a:lnTo>
                  <a:pt x="1437066" y="285482"/>
                </a:lnTo>
                <a:lnTo>
                  <a:pt x="1437066" y="328456"/>
                </a:lnTo>
                <a:lnTo>
                  <a:pt x="1425033" y="328456"/>
                </a:lnTo>
                <a:close/>
                <a:moveTo>
                  <a:pt x="1388538" y="272920"/>
                </a:moveTo>
                <a:cubicBezTo>
                  <a:pt x="1397926" y="272920"/>
                  <a:pt x="1405595" y="275433"/>
                  <a:pt x="1411149" y="280457"/>
                </a:cubicBezTo>
                <a:cubicBezTo>
                  <a:pt x="1416835" y="285482"/>
                  <a:pt x="1419612" y="292358"/>
                  <a:pt x="1419612" y="301217"/>
                </a:cubicBezTo>
                <a:cubicBezTo>
                  <a:pt x="1419612" y="310077"/>
                  <a:pt x="1416835" y="316953"/>
                  <a:pt x="1411149" y="321845"/>
                </a:cubicBezTo>
                <a:cubicBezTo>
                  <a:pt x="1405463" y="326870"/>
                  <a:pt x="1398058" y="329250"/>
                  <a:pt x="1388538" y="329250"/>
                </a:cubicBezTo>
                <a:cubicBezTo>
                  <a:pt x="1379017" y="329250"/>
                  <a:pt x="1371480" y="326738"/>
                  <a:pt x="1365795" y="321845"/>
                </a:cubicBezTo>
                <a:cubicBezTo>
                  <a:pt x="1360109" y="316953"/>
                  <a:pt x="1357332" y="310077"/>
                  <a:pt x="1357332" y="301350"/>
                </a:cubicBezTo>
                <a:cubicBezTo>
                  <a:pt x="1357332" y="295796"/>
                  <a:pt x="1358257" y="291168"/>
                  <a:pt x="1360241" y="287333"/>
                </a:cubicBezTo>
                <a:cubicBezTo>
                  <a:pt x="1361695" y="284556"/>
                  <a:pt x="1363679" y="282044"/>
                  <a:pt x="1366191" y="279796"/>
                </a:cubicBezTo>
                <a:cubicBezTo>
                  <a:pt x="1368703" y="277548"/>
                  <a:pt x="1371480" y="275962"/>
                  <a:pt x="1374522" y="274904"/>
                </a:cubicBezTo>
                <a:cubicBezTo>
                  <a:pt x="1378621" y="273714"/>
                  <a:pt x="1383249" y="272920"/>
                  <a:pt x="1388538" y="272920"/>
                </a:cubicBezTo>
                <a:close/>
                <a:moveTo>
                  <a:pt x="1322688" y="272920"/>
                </a:moveTo>
                <a:cubicBezTo>
                  <a:pt x="1330489" y="272920"/>
                  <a:pt x="1336836" y="274904"/>
                  <a:pt x="1341729" y="278871"/>
                </a:cubicBezTo>
                <a:cubicBezTo>
                  <a:pt x="1344638" y="281251"/>
                  <a:pt x="1346886" y="284556"/>
                  <a:pt x="1348340" y="288920"/>
                </a:cubicBezTo>
                <a:lnTo>
                  <a:pt x="1335514" y="291565"/>
                </a:lnTo>
                <a:cubicBezTo>
                  <a:pt x="1334721" y="288788"/>
                  <a:pt x="1333134" y="286540"/>
                  <a:pt x="1330754" y="284821"/>
                </a:cubicBezTo>
                <a:cubicBezTo>
                  <a:pt x="1328374" y="283234"/>
                  <a:pt x="1325465" y="282309"/>
                  <a:pt x="1322027" y="282309"/>
                </a:cubicBezTo>
                <a:cubicBezTo>
                  <a:pt x="1317266" y="282309"/>
                  <a:pt x="1313432" y="283763"/>
                  <a:pt x="1310523" y="286672"/>
                </a:cubicBezTo>
                <a:cubicBezTo>
                  <a:pt x="1307614" y="289581"/>
                  <a:pt x="1306027" y="294341"/>
                  <a:pt x="1306027" y="300821"/>
                </a:cubicBezTo>
                <a:cubicBezTo>
                  <a:pt x="1306027" y="307697"/>
                  <a:pt x="1307481" y="312589"/>
                  <a:pt x="1310390" y="315630"/>
                </a:cubicBezTo>
                <a:cubicBezTo>
                  <a:pt x="1313299" y="318539"/>
                  <a:pt x="1317134" y="319994"/>
                  <a:pt x="1321762" y="319994"/>
                </a:cubicBezTo>
                <a:cubicBezTo>
                  <a:pt x="1325200" y="319994"/>
                  <a:pt x="1328109" y="319068"/>
                  <a:pt x="1330622" y="317217"/>
                </a:cubicBezTo>
                <a:cubicBezTo>
                  <a:pt x="1333134" y="315366"/>
                  <a:pt x="1334853" y="312457"/>
                  <a:pt x="1335911" y="308490"/>
                </a:cubicBezTo>
                <a:lnTo>
                  <a:pt x="1348472" y="311928"/>
                </a:lnTo>
                <a:cubicBezTo>
                  <a:pt x="1346489" y="317878"/>
                  <a:pt x="1343316" y="322374"/>
                  <a:pt x="1338820" y="325151"/>
                </a:cubicBezTo>
                <a:cubicBezTo>
                  <a:pt x="1334324" y="328060"/>
                  <a:pt x="1328638" y="329514"/>
                  <a:pt x="1321762" y="329514"/>
                </a:cubicBezTo>
                <a:cubicBezTo>
                  <a:pt x="1313299" y="329514"/>
                  <a:pt x="1306291" y="327002"/>
                  <a:pt x="1300738" y="322109"/>
                </a:cubicBezTo>
                <a:cubicBezTo>
                  <a:pt x="1295316" y="317217"/>
                  <a:pt x="1292540" y="310341"/>
                  <a:pt x="1292540" y="301746"/>
                </a:cubicBezTo>
                <a:cubicBezTo>
                  <a:pt x="1292540" y="292622"/>
                  <a:pt x="1295316" y="285614"/>
                  <a:pt x="1300738" y="280590"/>
                </a:cubicBezTo>
                <a:cubicBezTo>
                  <a:pt x="1306159" y="275565"/>
                  <a:pt x="1313696" y="272920"/>
                  <a:pt x="1322688" y="272920"/>
                </a:cubicBezTo>
                <a:close/>
                <a:moveTo>
                  <a:pt x="1016180" y="134080"/>
                </a:moveTo>
                <a:lnTo>
                  <a:pt x="1016180" y="200723"/>
                </a:lnTo>
                <a:lnTo>
                  <a:pt x="1039055" y="200723"/>
                </a:lnTo>
                <a:cubicBezTo>
                  <a:pt x="1055584" y="200723"/>
                  <a:pt x="1066559" y="199533"/>
                  <a:pt x="1072113" y="197021"/>
                </a:cubicBezTo>
                <a:cubicBezTo>
                  <a:pt x="1077666" y="194508"/>
                  <a:pt x="1082030" y="190674"/>
                  <a:pt x="1085203" y="185517"/>
                </a:cubicBezTo>
                <a:cubicBezTo>
                  <a:pt x="1088377" y="180228"/>
                  <a:pt x="1089964" y="174145"/>
                  <a:pt x="1089964" y="167269"/>
                </a:cubicBezTo>
                <a:cubicBezTo>
                  <a:pt x="1089964" y="158674"/>
                  <a:pt x="1087716" y="151666"/>
                  <a:pt x="1083352" y="146113"/>
                </a:cubicBezTo>
                <a:cubicBezTo>
                  <a:pt x="1078856" y="140559"/>
                  <a:pt x="1073303" y="137121"/>
                  <a:pt x="1066559" y="135667"/>
                </a:cubicBezTo>
                <a:cubicBezTo>
                  <a:pt x="1061534" y="134609"/>
                  <a:pt x="1051485" y="134080"/>
                  <a:pt x="1036411" y="134080"/>
                </a:cubicBezTo>
                <a:close/>
                <a:moveTo>
                  <a:pt x="822993" y="134080"/>
                </a:moveTo>
                <a:lnTo>
                  <a:pt x="822993" y="200723"/>
                </a:lnTo>
                <a:lnTo>
                  <a:pt x="845869" y="200723"/>
                </a:lnTo>
                <a:cubicBezTo>
                  <a:pt x="862398" y="200723"/>
                  <a:pt x="873373" y="199533"/>
                  <a:pt x="878926" y="197021"/>
                </a:cubicBezTo>
                <a:cubicBezTo>
                  <a:pt x="884480" y="194508"/>
                  <a:pt x="888843" y="190674"/>
                  <a:pt x="892017" y="185517"/>
                </a:cubicBezTo>
                <a:cubicBezTo>
                  <a:pt x="895190" y="180228"/>
                  <a:pt x="896777" y="174145"/>
                  <a:pt x="896777" y="167269"/>
                </a:cubicBezTo>
                <a:cubicBezTo>
                  <a:pt x="896777" y="158674"/>
                  <a:pt x="894529" y="151666"/>
                  <a:pt x="890166" y="146113"/>
                </a:cubicBezTo>
                <a:cubicBezTo>
                  <a:pt x="885670" y="140559"/>
                  <a:pt x="880116" y="137121"/>
                  <a:pt x="873373" y="135667"/>
                </a:cubicBezTo>
                <a:cubicBezTo>
                  <a:pt x="868348" y="134609"/>
                  <a:pt x="858298" y="134080"/>
                  <a:pt x="843224" y="134080"/>
                </a:cubicBezTo>
                <a:close/>
                <a:moveTo>
                  <a:pt x="626501" y="103271"/>
                </a:moveTo>
                <a:lnTo>
                  <a:pt x="645278" y="103800"/>
                </a:lnTo>
                <a:lnTo>
                  <a:pt x="640121" y="319994"/>
                </a:lnTo>
                <a:lnTo>
                  <a:pt x="743524" y="319994"/>
                </a:lnTo>
                <a:lnTo>
                  <a:pt x="743524" y="338902"/>
                </a:lnTo>
                <a:lnTo>
                  <a:pt x="620948" y="338902"/>
                </a:lnTo>
                <a:close/>
                <a:moveTo>
                  <a:pt x="475496" y="103271"/>
                </a:moveTo>
                <a:lnTo>
                  <a:pt x="494272" y="103800"/>
                </a:lnTo>
                <a:lnTo>
                  <a:pt x="489644" y="319994"/>
                </a:lnTo>
                <a:lnTo>
                  <a:pt x="583527" y="319994"/>
                </a:lnTo>
                <a:lnTo>
                  <a:pt x="583527" y="338902"/>
                </a:lnTo>
                <a:lnTo>
                  <a:pt x="470339" y="338902"/>
                </a:lnTo>
                <a:close/>
                <a:moveTo>
                  <a:pt x="340754" y="103271"/>
                </a:moveTo>
                <a:lnTo>
                  <a:pt x="441645" y="332422"/>
                </a:lnTo>
                <a:lnTo>
                  <a:pt x="424191" y="338902"/>
                </a:lnTo>
                <a:lnTo>
                  <a:pt x="341019" y="150226"/>
                </a:lnTo>
                <a:lnTo>
                  <a:pt x="262871" y="334133"/>
                </a:lnTo>
                <a:lnTo>
                  <a:pt x="245285" y="327653"/>
                </a:lnTo>
                <a:close/>
                <a:moveTo>
                  <a:pt x="1152640" y="94147"/>
                </a:moveTo>
                <a:lnTo>
                  <a:pt x="1317530" y="94147"/>
                </a:lnTo>
                <a:lnTo>
                  <a:pt x="1317530" y="133948"/>
                </a:lnTo>
                <a:lnTo>
                  <a:pt x="1256176" y="133948"/>
                </a:lnTo>
                <a:lnTo>
                  <a:pt x="1256176" y="329514"/>
                </a:lnTo>
                <a:lnTo>
                  <a:pt x="1214259" y="329514"/>
                </a:lnTo>
                <a:lnTo>
                  <a:pt x="1214259" y="133948"/>
                </a:lnTo>
                <a:lnTo>
                  <a:pt x="1152640" y="133948"/>
                </a:lnTo>
                <a:close/>
                <a:moveTo>
                  <a:pt x="974396" y="94147"/>
                </a:moveTo>
                <a:lnTo>
                  <a:pt x="1041568" y="94147"/>
                </a:lnTo>
                <a:cubicBezTo>
                  <a:pt x="1067088" y="94147"/>
                  <a:pt x="1083617" y="95337"/>
                  <a:pt x="1091418" y="97717"/>
                </a:cubicBezTo>
                <a:cubicBezTo>
                  <a:pt x="1103319" y="101287"/>
                  <a:pt x="1113236" y="108956"/>
                  <a:pt x="1121302" y="120725"/>
                </a:cubicBezTo>
                <a:cubicBezTo>
                  <a:pt x="1129368" y="132493"/>
                  <a:pt x="1133335" y="147832"/>
                  <a:pt x="1133335" y="166608"/>
                </a:cubicBezTo>
                <a:cubicBezTo>
                  <a:pt x="1133335" y="181021"/>
                  <a:pt x="1131087" y="193186"/>
                  <a:pt x="1126459" y="203103"/>
                </a:cubicBezTo>
                <a:cubicBezTo>
                  <a:pt x="1121831" y="212888"/>
                  <a:pt x="1116013" y="220690"/>
                  <a:pt x="1108872" y="226243"/>
                </a:cubicBezTo>
                <a:cubicBezTo>
                  <a:pt x="1101732" y="231797"/>
                  <a:pt x="1094460" y="235631"/>
                  <a:pt x="1087187" y="237350"/>
                </a:cubicBezTo>
                <a:cubicBezTo>
                  <a:pt x="1077137" y="239598"/>
                  <a:pt x="1062725" y="240656"/>
                  <a:pt x="1043684" y="240656"/>
                </a:cubicBezTo>
                <a:lnTo>
                  <a:pt x="1016312" y="240656"/>
                </a:lnTo>
                <a:lnTo>
                  <a:pt x="1016312" y="329382"/>
                </a:lnTo>
                <a:lnTo>
                  <a:pt x="974396" y="329382"/>
                </a:lnTo>
                <a:close/>
                <a:moveTo>
                  <a:pt x="781077" y="94147"/>
                </a:moveTo>
                <a:lnTo>
                  <a:pt x="848249" y="94147"/>
                </a:lnTo>
                <a:cubicBezTo>
                  <a:pt x="873769" y="94147"/>
                  <a:pt x="890298" y="95337"/>
                  <a:pt x="898099" y="97717"/>
                </a:cubicBezTo>
                <a:cubicBezTo>
                  <a:pt x="910000" y="101287"/>
                  <a:pt x="919917" y="108956"/>
                  <a:pt x="927983" y="120725"/>
                </a:cubicBezTo>
                <a:cubicBezTo>
                  <a:pt x="936049" y="132493"/>
                  <a:pt x="940016" y="147832"/>
                  <a:pt x="940016" y="166608"/>
                </a:cubicBezTo>
                <a:cubicBezTo>
                  <a:pt x="940016" y="181021"/>
                  <a:pt x="937768" y="193186"/>
                  <a:pt x="933140" y="203103"/>
                </a:cubicBezTo>
                <a:cubicBezTo>
                  <a:pt x="928512" y="212888"/>
                  <a:pt x="922694" y="220690"/>
                  <a:pt x="915554" y="226243"/>
                </a:cubicBezTo>
                <a:cubicBezTo>
                  <a:pt x="908413" y="231797"/>
                  <a:pt x="901141" y="235631"/>
                  <a:pt x="893868" y="237350"/>
                </a:cubicBezTo>
                <a:cubicBezTo>
                  <a:pt x="883819" y="239598"/>
                  <a:pt x="869406" y="240656"/>
                  <a:pt x="850365" y="240656"/>
                </a:cubicBezTo>
                <a:lnTo>
                  <a:pt x="822993" y="240656"/>
                </a:lnTo>
                <a:lnTo>
                  <a:pt x="822993" y="329382"/>
                </a:lnTo>
                <a:lnTo>
                  <a:pt x="781077" y="329382"/>
                </a:lnTo>
                <a:close/>
                <a:moveTo>
                  <a:pt x="216459" y="18776"/>
                </a:moveTo>
                <a:cubicBezTo>
                  <a:pt x="107502" y="18776"/>
                  <a:pt x="18776" y="107502"/>
                  <a:pt x="18776" y="216458"/>
                </a:cubicBezTo>
                <a:cubicBezTo>
                  <a:pt x="18776" y="325415"/>
                  <a:pt x="107370" y="414141"/>
                  <a:pt x="216459" y="414141"/>
                </a:cubicBezTo>
                <a:lnTo>
                  <a:pt x="1468140" y="414141"/>
                </a:lnTo>
                <a:cubicBezTo>
                  <a:pt x="1577097" y="414141"/>
                  <a:pt x="1665823" y="325415"/>
                  <a:pt x="1665823" y="216458"/>
                </a:cubicBezTo>
                <a:cubicBezTo>
                  <a:pt x="1665823" y="107502"/>
                  <a:pt x="1577229" y="18776"/>
                  <a:pt x="1468140" y="18776"/>
                </a:cubicBezTo>
                <a:close/>
                <a:moveTo>
                  <a:pt x="216459" y="0"/>
                </a:moveTo>
                <a:lnTo>
                  <a:pt x="1468140" y="0"/>
                </a:lnTo>
                <a:cubicBezTo>
                  <a:pt x="1587543" y="0"/>
                  <a:pt x="1684599" y="97056"/>
                  <a:pt x="1684599" y="216458"/>
                </a:cubicBezTo>
                <a:cubicBezTo>
                  <a:pt x="1684599" y="335861"/>
                  <a:pt x="1587543" y="432917"/>
                  <a:pt x="1468140" y="432917"/>
                </a:cubicBezTo>
                <a:lnTo>
                  <a:pt x="216459" y="432917"/>
                </a:lnTo>
                <a:cubicBezTo>
                  <a:pt x="97056" y="432917"/>
                  <a:pt x="0" y="335861"/>
                  <a:pt x="0" y="216458"/>
                </a:cubicBezTo>
                <a:cubicBezTo>
                  <a:pt x="0" y="97056"/>
                  <a:pt x="97056" y="0"/>
                  <a:pt x="216459" y="0"/>
                </a:cubicBezTo>
                <a:close/>
              </a:path>
            </a:pathLst>
          </a:custGeom>
          <a:solidFill xmlns:a="http://schemas.openxmlformats.org/drawingml/2006/main">
            <a:schemeClr val="bg1"/>
          </a:solidFill>
          <a:ln xmlns:a="http://schemas.openxmlformats.org/drawingml/2006/main" w="9525">
            <a:noFill/>
            <a:prstDash val="solid"/>
          </a:ln>
        </p:spPr>
        <p:txBody>
          <a:bodyPr xmlns:a="http://schemas.openxmlformats.org/drawingml/2006/main" wrap="square" anchor="ctr">
            <a:noAutofit/>
          </a:bodyPr>
          <a:lstStyle xmlns:a="http://schemas.openxmlformats.org/drawingml/2006/main"/>
          <a:p xmlns:a="http://schemas.openxmlformats.org/drawingml/2006/main">
            <a:pPr algn="r">
              <a:buNone/>
            </a:pPr>
            <a:r>
              <a:t/>
            </a:r>
            <a:endParaRPr>
              <a:solidFill>
                <a:schemeClr val="bg1"/>
              </a:solidFill>
            </a:endParaRPr>
          </a:p>
        </p:txBody>
      </p:sp>
      <p:sp>
        <p:nvSpPr>
          <p:cNvPr id="37" name="">
            <a:extLst xmlns:a="http://schemas.openxmlformats.org/drawingml/2006/main">
              <a:ext uri="{FF2B5EF4-FFF2-40B4-BE49-F238E27FC236}">
                <a16:creationId xmlns:a16="http://schemas.microsoft.com/office/drawing/2014/main" id="{6998F8BE-6BCB-4AA1-A9E8-02464A438F3E}"/>
              </a:ext>
            </a:extLst>
          </p:cNvPr>
          <p:cNvSpPr>
            <a:spLocks xmlns:a="http://schemas.openxmlformats.org/drawingml/2006/main" noGrp="1"/>
          </p:cNvSpPr>
          <p:nvPr/>
        </p:nvSpPr>
        <p:spPr>
          <a:xfrm xmlns:a="http://schemas.openxmlformats.org/drawingml/2006/main">
            <a:off x="685800" y="314325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3375" b="0">
                <a:solidFill>
                  <a:srgbClr val="FFFFFF"/>
                </a:solidFill>
                <a:latin typeface="Arial"/>
                <a:ea typeface="Arial"/>
                <a:cs typeface="Arial"/>
              </a:defRPr>
            </a:pPr>
            <a:r>
              <a:rPr sz="3375" b="0">
                <a:solidFill>
                  <a:srgbClr val="FFFFFF"/>
                </a:solidFill>
                <a:latin typeface="Arial"/>
                <a:ea typeface="Arial"/>
                <a:cs typeface="Arial"/>
              </a:rPr>
              <a:t>Pengembangan Situs Web I</a:t>
            </a:r>
          </a:p>
        </p:txBody>
      </p:sp>
      <p:sp>
        <p:nvSpPr>
          <p:cNvPr id="38" name="">
            <a:extLst xmlns:a="http://schemas.openxmlformats.org/drawingml/2006/main">
              <a:ext uri="{FF2B5EF4-FFF2-40B4-BE49-F238E27FC236}">
                <a16:creationId xmlns:a16="http://schemas.microsoft.com/office/drawing/2014/main" id="{13F1478A-C91B-44DB-9795-322CBCD581B0}"/>
              </a:ext>
            </a:extLst>
          </p:cNvPr>
          <p:cNvSpPr>
            <a:spLocks xmlns:a="http://schemas.openxmlformats.org/drawingml/2006/main" noGrp="1"/>
          </p:cNvSpPr>
          <p:nvPr/>
        </p:nvSpPr>
        <p:spPr>
          <a:xfrm xmlns:a="http://schemas.openxmlformats.org/drawingml/2006/main">
            <a:off x="685800" y="38576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100" b="1">
                <a:solidFill>
                  <a:srgbClr val="77DBE1"/>
                </a:solidFill>
                <a:latin typeface="Arial"/>
                <a:ea typeface="Arial"/>
                <a:cs typeface="Arial"/>
              </a:defRPr>
            </a:pPr>
            <a:r>
              <a:rPr sz="2100" b="1">
                <a:solidFill>
                  <a:srgbClr val="77DBE1"/>
                </a:solidFill>
                <a:latin typeface="Arial"/>
                <a:ea typeface="Arial"/>
                <a:cs typeface="Arial"/>
              </a:rPr>
              <a:t>Pertemuan 4</a:t>
            </a:r>
          </a:p>
        </p:txBody>
      </p:sp>
      <p:sp>
        <p:nvSpPr>
          <p:cNvPr id="39" name="">
            <a:extLst xmlns:a="http://schemas.openxmlformats.org/drawingml/2006/main">
              <a:ext uri="{FF2B5EF4-FFF2-40B4-BE49-F238E27FC236}">
                <a16:creationId xmlns:a16="http://schemas.microsoft.com/office/drawing/2014/main" id="{92752EAA-4F9C-4FD4-B141-9FF81F2A6BFF}"/>
              </a:ext>
            </a:extLst>
          </p:cNvPr>
          <p:cNvSpPr>
            <a:spLocks xmlns:a="http://schemas.openxmlformats.org/drawingml/2006/main" noGrp="1"/>
          </p:cNvSpPr>
          <p:nvPr/>
        </p:nvSpPr>
        <p:spPr>
          <a:xfrm xmlns:a="http://schemas.openxmlformats.org/drawingml/2006/main">
            <a:off x="685800" y="4429125"/>
            <a:ext cx="685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CSS Cascade, Specificity, Inheritance, dan Box Model</a:t>
            </a:r>
          </a:p>
        </p:txBody>
      </p:sp>
      <p:sp>
        <p:nvSpPr>
          <p:cNvPr id="40" name="">
            <a:extLst xmlns:a="http://schemas.openxmlformats.org/drawingml/2006/main">
              <a:ext uri="{FF2B5EF4-FFF2-40B4-BE49-F238E27FC236}">
                <a16:creationId xmlns:a16="http://schemas.microsoft.com/office/drawing/2014/main" id="{252A5346-90A1-4C40-9968-4158AFB68755}"/>
              </a:ext>
            </a:extLst>
          </p:cNvPr>
          <p:cNvSpPr>
            <a:spLocks xmlns:a="http://schemas.openxmlformats.org/drawingml/2006/main" noGrp="1"/>
          </p:cNvSpPr>
          <p:nvPr/>
        </p:nvSpPr>
        <p:spPr>
          <a:xfrm xmlns:a="http://schemas.openxmlformats.org/drawingml/2006/main">
            <a:off x="685800" y="542925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FFFFFF"/>
                </a:solidFill>
                <a:latin typeface="Arial"/>
                <a:ea typeface="Arial"/>
                <a:cs typeface="Arial"/>
              </a:defRPr>
            </a:pPr>
            <a:r>
              <a:rPr sz="1200" b="0">
                <a:solidFill>
                  <a:srgbClr val="FFFFFF"/>
                </a:solidFill>
                <a:latin typeface="Arial"/>
                <a:ea typeface="Arial"/>
                <a:cs typeface="Arial"/>
              </a:rPr>
              <a:t>4141103 · D4 Teknologi Rekayasa Perangkat Lunak</a:t>
            </a:r>
          </a:p>
        </p:txBody>
      </p:sp>
    </p:spTree>
    <p:extLst>
      <p:ext uri="{BB962C8B-B14F-4D97-AF65-F5344CB8AC3E}">
        <p14:creationId xmlns:p14="http://schemas.microsoft.com/office/powerpoint/2010/main" val="35130719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BEF18B86-E832-4CF2-9639-85375F68BAAD}"/>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Tujuan kegiatan</a:t>
            </a:r>
          </a:p>
        </p:txBody>
      </p:sp>
      <p:sp>
        <p:nvSpPr>
          <p:cNvPr id="2" name="">
            <a:extLst xmlns:a="http://schemas.openxmlformats.org/drawingml/2006/main">
              <a:ext uri="{FF2B5EF4-FFF2-40B4-BE49-F238E27FC236}">
                <a16:creationId xmlns:a16="http://schemas.microsoft.com/office/drawing/2014/main" id="{D3A638B4-A1B5-42C2-8DDE-37FB120B492A}"/>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Menghubungkan stylesheet eksternal dan memilih selector sesuai kebutuhan.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Menelusuri konflik CSS melalui aturan cascade dan DevTools.</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Mengukur content, padding, border, dan margin.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Menyusun unit, warna, tipografi, dan custom properties yang konsisten.</a:t>
            </a:r>
          </a:p>
        </p:txBody>
      </p:sp>
    </p:spTree>
    <p:extLst>
      <p:ext uri="{BB962C8B-B14F-4D97-AF65-F5344CB8AC3E}">
        <p14:creationId xmlns:p14="http://schemas.microsoft.com/office/powerpoint/2010/main" val="31488225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F892234A-143F-43B4-94B6-92C3BE31BDA3}"/>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Struktur pembelajaran</a:t>
            </a:r>
          </a:p>
        </p:txBody>
      </p:sp>
      <p:sp>
        <p:nvSpPr>
          <p:cNvPr id="2" name="">
            <a:extLst xmlns:a="http://schemas.openxmlformats.org/drawingml/2006/main">
              <a:ext uri="{FF2B5EF4-FFF2-40B4-BE49-F238E27FC236}">
                <a16:creationId xmlns:a16="http://schemas.microsoft.com/office/drawing/2014/main" id="{3693BAF4-F04E-420E-B231-80A4EDB3F2F6}"/>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Peran CSS dan stylesheet eksternal</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Anatomi aturan dan selector</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Selector gabungan dan keadaan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Cascade dalam contoh dasar</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Specificity tanpa angka desimal</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Inheritance dan nilai awal</a:t>
            </a:r>
          </a:p>
        </p:txBody>
      </p:sp>
    </p:spTree>
    <p:extLst>
      <p:ext uri="{BB962C8B-B14F-4D97-AF65-F5344CB8AC3E}">
        <p14:creationId xmlns:p14="http://schemas.microsoft.com/office/powerpoint/2010/main" val="36009849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187ABB6-DFF6-4A27-8CB7-D84230C4735B}"/>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Peran CSS dan stylesheet eksternal</a:t>
            </a:r>
          </a:p>
        </p:txBody>
      </p:sp>
      <p:sp>
        <p:nvSpPr>
          <p:cNvPr id="2" name="">
            <a:extLst xmlns:a="http://schemas.openxmlformats.org/drawingml/2006/main">
              <a:ext uri="{FF2B5EF4-FFF2-40B4-BE49-F238E27FC236}">
                <a16:creationId xmlns:a16="http://schemas.microsoft.com/office/drawing/2014/main" id="{EF7A7594-4D13-48EC-A6EA-324A53445E49}"/>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HTML menjelaskan isi dan makna</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CSS mengatur presentasi, seperti warna, jarak, dan ukuran huruf</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Stylesheet eksternal memisahkan aturan tampilan dari konten sehingga beberapa halaman dapat memakai aturan yang sama</a:t>
            </a:r>
          </a:p>
        </p:txBody>
      </p:sp>
    </p:spTree>
    <p:extLst>
      <p:ext uri="{BB962C8B-B14F-4D97-AF65-F5344CB8AC3E}">
        <p14:creationId xmlns:p14="http://schemas.microsoft.com/office/powerpoint/2010/main" val="36350641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B91F83A8-C73B-402C-859E-3602B7C190A1}"/>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Peran CSS dan stylesheet eksternal</a:t>
            </a:r>
          </a:p>
        </p:txBody>
      </p:sp>
      <p:sp>
        <p:nvSpPr>
          <p:cNvPr id="2" name="">
            <a:extLst xmlns:a="http://schemas.openxmlformats.org/drawingml/2006/main">
              <a:ext uri="{FF2B5EF4-FFF2-40B4-BE49-F238E27FC236}">
                <a16:creationId xmlns:a16="http://schemas.microsoft.com/office/drawing/2014/main" id="{C0CBF226-CD66-40CD-A8BF-6E8853D90971}"/>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&lt;link rel="stylesheet" href="style.css"&gt;</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style.css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body { font-family: Arial, sans-serif; }</a:t>
            </a:r>
          </a:p>
        </p:txBody>
      </p:sp>
    </p:spTree>
    <p:extLst>
      <p:ext uri="{BB962C8B-B14F-4D97-AF65-F5344CB8AC3E}">
        <p14:creationId xmlns:p14="http://schemas.microsoft.com/office/powerpoint/2010/main" val="11983836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61125A10-5D3D-45E9-B83E-AEA665C870F4}"/>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Anatomi aturan dan selector</a:t>
            </a:r>
          </a:p>
        </p:txBody>
      </p:sp>
      <p:sp>
        <p:nvSpPr>
          <p:cNvPr id="2" name="">
            <a:extLst xmlns:a="http://schemas.openxmlformats.org/drawingml/2006/main">
              <a:ext uri="{FF2B5EF4-FFF2-40B4-BE49-F238E27FC236}">
                <a16:creationId xmlns:a16="http://schemas.microsoft.com/office/drawing/2014/main" id="{03D11837-C8CD-4A6D-A117-1E960BCFD9AF}"/>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Aturan terdiri dari selector serta blok deklarasi</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Deklarasi memuat properti dan nilai</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Selector p memilih seluruh paragraf, .card memilih elemen berkelas card, dan #utama memilih id tertentu</a:t>
            </a:r>
          </a:p>
        </p:txBody>
      </p:sp>
    </p:spTree>
    <p:extLst>
      <p:ext uri="{BB962C8B-B14F-4D97-AF65-F5344CB8AC3E}">
        <p14:creationId xmlns:p14="http://schemas.microsoft.com/office/powerpoint/2010/main" val="6089935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83CA45F-89A7-4A6D-845E-607C5DF1FED2}"/>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Anatomi aturan dan selector</a:t>
            </a:r>
          </a:p>
        </p:txBody>
      </p:sp>
      <p:sp>
        <p:nvSpPr>
          <p:cNvPr id="2" name="">
            <a:extLst xmlns:a="http://schemas.openxmlformats.org/drawingml/2006/main">
              <a:ext uri="{FF2B5EF4-FFF2-40B4-BE49-F238E27FC236}">
                <a16:creationId xmlns:a16="http://schemas.microsoft.com/office/drawing/2014/main" id="{84C7E5DF-3940-4CDC-8ED0-94FAC696CFBA}"/>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p { color: #27364b;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 padding: 1rem;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#utama { max-width: 60rem; }</a:t>
            </a:r>
          </a:p>
        </p:txBody>
      </p:sp>
    </p:spTree>
    <p:extLst>
      <p:ext uri="{BB962C8B-B14F-4D97-AF65-F5344CB8AC3E}">
        <p14:creationId xmlns:p14="http://schemas.microsoft.com/office/powerpoint/2010/main" val="42012780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709B8A3-D66D-4981-9F1D-8F9C5F977077}"/>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Selector gabungan dan keadaan</a:t>
            </a:r>
          </a:p>
        </p:txBody>
      </p:sp>
      <p:sp>
        <p:nvSpPr>
          <p:cNvPr id="2" name="">
            <a:extLst xmlns:a="http://schemas.openxmlformats.org/drawingml/2006/main">
              <a:ext uri="{FF2B5EF4-FFF2-40B4-BE49-F238E27FC236}">
                <a16:creationId xmlns:a16="http://schemas.microsoft.com/office/drawing/2014/main" id="{E6769A67-B2E9-46BC-950F-75F762D2EB45}"/>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Selector turunan memilih elemen berdasarkan konteks, misalnya .card p</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Selector anak langsung memakai tanda &gt;</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Pseudo-class seperti :hover dan :focus-visible memilih keadaan interaksi</a:t>
            </a:r>
          </a:p>
        </p:txBody>
      </p:sp>
    </p:spTree>
    <p:extLst>
      <p:ext uri="{BB962C8B-B14F-4D97-AF65-F5344CB8AC3E}">
        <p14:creationId xmlns:p14="http://schemas.microsoft.com/office/powerpoint/2010/main" val="39400087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DD82643D-9DDA-4A81-BFF3-5CAF1465D625}"/>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Selector gabungan dan keadaan</a:t>
            </a:r>
          </a:p>
        </p:txBody>
      </p:sp>
      <p:sp>
        <p:nvSpPr>
          <p:cNvPr id="2" name="">
            <a:extLst xmlns:a="http://schemas.openxmlformats.org/drawingml/2006/main">
              <a:ext uri="{FF2B5EF4-FFF2-40B4-BE49-F238E27FC236}">
                <a16:creationId xmlns:a16="http://schemas.microsoft.com/office/drawing/2014/main" id="{F2A9208E-DCCB-412A-B3F1-88F348AFDD1C}"/>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&gt; h2 { margin-top: 0;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a:hover { text-decoration-thickness: 0.15em;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a:focus-visible { outline: 3px solid #175cd3; }</a:t>
            </a:r>
          </a:p>
        </p:txBody>
      </p:sp>
    </p:spTree>
    <p:extLst>
      <p:ext uri="{BB962C8B-B14F-4D97-AF65-F5344CB8AC3E}">
        <p14:creationId xmlns:p14="http://schemas.microsoft.com/office/powerpoint/2010/main" val="11983836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61692099-696F-4D20-99DE-361293ABCE22}"/>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Cascade dalam contoh dasar</a:t>
            </a:r>
          </a:p>
        </p:txBody>
      </p:sp>
      <p:sp>
        <p:nvSpPr>
          <p:cNvPr id="2" name="">
            <a:extLst xmlns:a="http://schemas.openxmlformats.org/drawingml/2006/main">
              <a:ext uri="{FF2B5EF4-FFF2-40B4-BE49-F238E27FC236}">
                <a16:creationId xmlns:a16="http://schemas.microsoft.com/office/drawing/2014/main" id="{5F9AF831-E07C-4D92-8C14-24235B7D3AAD}"/>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Cascade adalah proses browser memilih deklarasi yang berlaku</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Browser mempertimbangkan asal aturan dan importance, layer, specificity, lalu urutan ketika kondisi sebelumnya setara</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Dalam latihan dasar semua aturan berasal dari stylesheet penulis, tanpa layer dan tanpa !important</a:t>
            </a:r>
          </a:p>
        </p:txBody>
      </p:sp>
    </p:spTree>
    <p:extLst>
      <p:ext uri="{BB962C8B-B14F-4D97-AF65-F5344CB8AC3E}">
        <p14:creationId xmlns:p14="http://schemas.microsoft.com/office/powerpoint/2010/main" val="23456298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147BFDC9-B857-46CB-8B96-E3D8933AF7C1}"/>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Cascade dalam contoh dasar</a:t>
            </a:r>
          </a:p>
        </p:txBody>
      </p:sp>
      <p:sp>
        <p:nvSpPr>
          <p:cNvPr id="2" name="">
            <a:extLst xmlns:a="http://schemas.openxmlformats.org/drawingml/2006/main">
              <a:ext uri="{FF2B5EF4-FFF2-40B4-BE49-F238E27FC236}">
                <a16:creationId xmlns:a16="http://schemas.microsoft.com/office/drawing/2014/main" id="{043FE176-38A3-4907-9424-B2097EBA0267}"/>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p { color: blue;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p { color: green;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sama specificity: aturan terakhir menang */</a:t>
            </a:r>
          </a:p>
        </p:txBody>
      </p:sp>
    </p:spTree>
    <p:extLst>
      <p:ext uri="{BB962C8B-B14F-4D97-AF65-F5344CB8AC3E}">
        <p14:creationId xmlns:p14="http://schemas.microsoft.com/office/powerpoint/2010/main" val="15470123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2D1693E-DBD0-47FF-8AA3-760950B9F942}"/>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Specificity tanpa angka desimal</a:t>
            </a:r>
          </a:p>
        </p:txBody>
      </p:sp>
      <p:sp>
        <p:nvSpPr>
          <p:cNvPr id="2" name="">
            <a:extLst xmlns:a="http://schemas.openxmlformats.org/drawingml/2006/main">
              <a:ext uri="{FF2B5EF4-FFF2-40B4-BE49-F238E27FC236}">
                <a16:creationId xmlns:a16="http://schemas.microsoft.com/office/drawing/2014/main" id="{757B6E69-E62C-4C2B-ADF7-F930CF4E5894}"/>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Specificity dapat dibandingkan sebagai kelompok ID, class/atribut/pseudo-class, dan elemen/pseudo-element</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Bandingkan dari kelompok paling kiri; jangan menjumlahkannya sebagai bilangan desimal biasa</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Selector .card p mempunyai satu class dan satu elemen</a:t>
            </a:r>
          </a:p>
        </p:txBody>
      </p:sp>
    </p:spTree>
    <p:extLst>
      <p:ext uri="{BB962C8B-B14F-4D97-AF65-F5344CB8AC3E}">
        <p14:creationId xmlns:p14="http://schemas.microsoft.com/office/powerpoint/2010/main" val="11983836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C65B646-C1A2-49B8-97BE-C0595F0DA908}"/>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Specificity tanpa angka desimal</a:t>
            </a:r>
          </a:p>
        </p:txBody>
      </p:sp>
      <p:sp>
        <p:nvSpPr>
          <p:cNvPr id="2" name="">
            <a:extLst xmlns:a="http://schemas.openxmlformats.org/drawingml/2006/main">
              <a:ext uri="{FF2B5EF4-FFF2-40B4-BE49-F238E27FC236}">
                <a16:creationId xmlns:a16="http://schemas.microsoft.com/office/drawing/2014/main" id="{672D9541-65F1-4B76-95E8-4164AF5F1B21}"/>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p { color: purple;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.notice { color: orange;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.card p: 0-1-1; .notice: 0-1-0 */</a:t>
            </a:r>
          </a:p>
        </p:txBody>
      </p:sp>
    </p:spTree>
    <p:extLst>
      <p:ext uri="{BB962C8B-B14F-4D97-AF65-F5344CB8AC3E}">
        <p14:creationId xmlns:p14="http://schemas.microsoft.com/office/powerpoint/2010/main" val="40052716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141FA69-4506-4B42-B09A-C4636D0DB683}"/>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Inheritance dan nilai awal</a:t>
            </a:r>
          </a:p>
        </p:txBody>
      </p:sp>
      <p:sp>
        <p:nvSpPr>
          <p:cNvPr id="2" name="">
            <a:extLst xmlns:a="http://schemas.openxmlformats.org/drawingml/2006/main">
              <a:ext uri="{FF2B5EF4-FFF2-40B4-BE49-F238E27FC236}">
                <a16:creationId xmlns:a16="http://schemas.microsoft.com/office/drawing/2014/main" id="{76A14B00-CDAC-400E-9E7F-625CEC373585}"/>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Beberapa properti diwariskan dari induk, misalnya color dan font-family</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Banyak properti tata letak seperti margin, padding, dan border tidak diwariskan secara biasa</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Pewarisan membuat pengaturan tipografi pada body berlaku pada banyak elemen</a:t>
            </a:r>
          </a:p>
        </p:txBody>
      </p:sp>
    </p:spTree>
    <p:extLst>
      <p:ext uri="{BB962C8B-B14F-4D97-AF65-F5344CB8AC3E}">
        <p14:creationId xmlns:p14="http://schemas.microsoft.com/office/powerpoint/2010/main" val="41846009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55271A8-498E-4822-B015-CDF8A37AAF38}"/>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Inheritance dan nilai awal</a:t>
            </a:r>
          </a:p>
        </p:txBody>
      </p:sp>
      <p:sp>
        <p:nvSpPr>
          <p:cNvPr id="2" name="">
            <a:extLst xmlns:a="http://schemas.openxmlformats.org/drawingml/2006/main">
              <a:ext uri="{FF2B5EF4-FFF2-40B4-BE49-F238E27FC236}">
                <a16:creationId xmlns:a16="http://schemas.microsoft.com/office/drawing/2014/main" id="{23CB0AB6-3B72-4A99-AC94-11E4A10BF068}"/>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body { color: #243244; font-family: Arial, sans-serif;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a { color: #175cd3; }</a:t>
            </a:r>
          </a:p>
        </p:txBody>
      </p:sp>
    </p:spTree>
    <p:extLst>
      <p:ext uri="{BB962C8B-B14F-4D97-AF65-F5344CB8AC3E}">
        <p14:creationId xmlns:p14="http://schemas.microsoft.com/office/powerpoint/2010/main" val="34231334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DBF1D3FD-5F02-4DD4-A826-5CEBFB1943DA}"/>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Empat lapisan box model</a:t>
            </a:r>
          </a:p>
        </p:txBody>
      </p:sp>
      <p:sp>
        <p:nvSpPr>
          <p:cNvPr id="2" name="">
            <a:extLst xmlns:a="http://schemas.openxmlformats.org/drawingml/2006/main">
              <a:ext uri="{FF2B5EF4-FFF2-40B4-BE49-F238E27FC236}">
                <a16:creationId xmlns:a16="http://schemas.microsoft.com/office/drawing/2014/main" id="{907DCD82-C82B-4E83-8008-6AE5AEB19D7D}"/>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Setiap kotak memiliki content, padding, border, dan margin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Content adalah ruang isi</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Padding memberi jarak isi ke border</a:t>
            </a:r>
          </a:p>
        </p:txBody>
      </p:sp>
    </p:spTree>
    <p:extLst>
      <p:ext uri="{BB962C8B-B14F-4D97-AF65-F5344CB8AC3E}">
        <p14:creationId xmlns:p14="http://schemas.microsoft.com/office/powerpoint/2010/main" val="318365175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5E8E8A3-AD5D-431D-A620-B6797E584490}"/>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Empat lapisan box model</a:t>
            </a:r>
          </a:p>
        </p:txBody>
      </p:sp>
      <p:sp>
        <p:nvSpPr>
          <p:cNvPr id="2" name="">
            <a:extLst xmlns:a="http://schemas.openxmlformats.org/drawingml/2006/main">
              <a:ext uri="{FF2B5EF4-FFF2-40B4-BE49-F238E27FC236}">
                <a16:creationId xmlns:a16="http://schemas.microsoft.com/office/drawing/2014/main" id="{89FAB1F9-A60E-450C-A3C3-F276F358F402}"/>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 width: 240px; padding: 16px;</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border: 2px solid #445; margin: 12px; }</a:t>
            </a:r>
          </a:p>
        </p:txBody>
      </p:sp>
    </p:spTree>
    <p:extLst>
      <p:ext uri="{BB962C8B-B14F-4D97-AF65-F5344CB8AC3E}">
        <p14:creationId xmlns:p14="http://schemas.microsoft.com/office/powerpoint/2010/main" val="31488225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142BEF12-5AB4-4E40-A0C5-02565DCBB3A4}"/>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box-sizing dan overflow</a:t>
            </a:r>
          </a:p>
        </p:txBody>
      </p:sp>
      <p:sp>
        <p:nvSpPr>
          <p:cNvPr id="2" name="">
            <a:extLst xmlns:a="http://schemas.openxmlformats.org/drawingml/2006/main">
              <a:ext uri="{FF2B5EF4-FFF2-40B4-BE49-F238E27FC236}">
                <a16:creationId xmlns:a16="http://schemas.microsoft.com/office/drawing/2014/main" id="{22005EBB-6760-40A2-94E1-75A6BA5E0F62}"/>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border-box membuat width mencakup content, padding, dan border, sehingga ukuran komponen lebih mudah diperkirakan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Margin tetap di luar width</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Konten panjang, gambar besar, dan ukuran tetap dapat menyebabkan overflow</a:t>
            </a:r>
          </a:p>
        </p:txBody>
      </p:sp>
    </p:spTree>
    <p:extLst>
      <p:ext uri="{BB962C8B-B14F-4D97-AF65-F5344CB8AC3E}">
        <p14:creationId xmlns:p14="http://schemas.microsoft.com/office/powerpoint/2010/main" val="3641219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C8696CFE-BA8D-45C4-ADC6-8AC945325CAA}"/>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box-sizing dan overflow</a:t>
            </a:r>
          </a:p>
        </p:txBody>
      </p:sp>
      <p:sp>
        <p:nvSpPr>
          <p:cNvPr id="2" name="">
            <a:extLst xmlns:a="http://schemas.openxmlformats.org/drawingml/2006/main">
              <a:ext uri="{FF2B5EF4-FFF2-40B4-BE49-F238E27FC236}">
                <a16:creationId xmlns:a16="http://schemas.microsoft.com/office/drawing/2014/main" id="{3254EAF1-D87E-4529-8586-A40DB3414CD7}"/>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*::before, *::after { box-sizing: border-box;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img { max-width: 100%; height: auto; }</a:t>
            </a:r>
          </a:p>
        </p:txBody>
      </p:sp>
    </p:spTree>
    <p:extLst>
      <p:ext uri="{BB962C8B-B14F-4D97-AF65-F5344CB8AC3E}">
        <p14:creationId xmlns:p14="http://schemas.microsoft.com/office/powerpoint/2010/main" val="351307199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EB64A229-F16E-4185-AFF0-2C19A1B54836}"/>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Unit px, rem, em, dan persen</a:t>
            </a:r>
          </a:p>
        </p:txBody>
      </p:sp>
      <p:sp>
        <p:nvSpPr>
          <p:cNvPr id="2" name="">
            <a:extLst xmlns:a="http://schemas.openxmlformats.org/drawingml/2006/main">
              <a:ext uri="{FF2B5EF4-FFF2-40B4-BE49-F238E27FC236}">
                <a16:creationId xmlns:a16="http://schemas.microsoft.com/office/drawing/2014/main" id="{57CE206F-3DF4-4991-9FFC-16102B79E46D}"/>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px merupakan unit CSS, bukan selalu satu piksel fisik perangkat</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rem merujuk ukuran font elemen root, sedangkan em bergantung konteks ukuran font</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Persen mengikuti besaran acuan properti terkait</a:t>
            </a:r>
          </a:p>
        </p:txBody>
      </p:sp>
    </p:spTree>
    <p:extLst>
      <p:ext uri="{BB962C8B-B14F-4D97-AF65-F5344CB8AC3E}">
        <p14:creationId xmlns:p14="http://schemas.microsoft.com/office/powerpoint/2010/main" val="314882250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92A5AA6-6FBA-4C45-A87B-F24158070CF0}"/>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Unit px, rem, em, dan persen</a:t>
            </a:r>
          </a:p>
        </p:txBody>
      </p:sp>
      <p:sp>
        <p:nvSpPr>
          <p:cNvPr id="2" name="">
            <a:extLst xmlns:a="http://schemas.openxmlformats.org/drawingml/2006/main">
              <a:ext uri="{FF2B5EF4-FFF2-40B4-BE49-F238E27FC236}">
                <a16:creationId xmlns:a16="http://schemas.microsoft.com/office/drawing/2014/main" id="{5EA24E5C-732E-44FE-9EA6-410758408B12}"/>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body { font-size: 1rem; line-height: 1.6;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main { width: 90%; max-width: 60rem; margin-inline: auto; }</a:t>
            </a:r>
          </a:p>
        </p:txBody>
      </p:sp>
    </p:spTree>
    <p:extLst>
      <p:ext uri="{BB962C8B-B14F-4D97-AF65-F5344CB8AC3E}">
        <p14:creationId xmlns:p14="http://schemas.microsoft.com/office/powerpoint/2010/main" val="360098497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72F198B-3BAB-491E-AAC3-00609BEF1EC8}"/>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Warna dan tipografi yang terbaca</a:t>
            </a:r>
          </a:p>
        </p:txBody>
      </p:sp>
      <p:sp>
        <p:nvSpPr>
          <p:cNvPr id="2" name="">
            <a:extLst xmlns:a="http://schemas.openxmlformats.org/drawingml/2006/main">
              <a:ext uri="{FF2B5EF4-FFF2-40B4-BE49-F238E27FC236}">
                <a16:creationId xmlns:a16="http://schemas.microsoft.com/office/drawing/2014/main" id="{CEABD028-F0DD-4A88-9D5F-BED2D5E457F5}"/>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Warna dapat ditulis dengan nama, hex, rgb, atau hsl</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Pilih kontras teks dengan latar yang cukup; warna saja tidak boleh menjadi penanda status</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Gunakan line-height tanpa unit untuk memudahkan pewarisan</a:t>
            </a:r>
          </a:p>
        </p:txBody>
      </p:sp>
    </p:spTree>
    <p:extLst>
      <p:ext uri="{BB962C8B-B14F-4D97-AF65-F5344CB8AC3E}">
        <p14:creationId xmlns:p14="http://schemas.microsoft.com/office/powerpoint/2010/main" val="36350641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35D850C-C8C8-4ABA-ACFA-5C97BB4CEB42}"/>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Warna dan tipografi yang terbaca</a:t>
            </a:r>
          </a:p>
        </p:txBody>
      </p:sp>
      <p:sp>
        <p:nvSpPr>
          <p:cNvPr id="2" name="">
            <a:extLst xmlns:a="http://schemas.openxmlformats.org/drawingml/2006/main">
              <a:ext uri="{FF2B5EF4-FFF2-40B4-BE49-F238E27FC236}">
                <a16:creationId xmlns:a16="http://schemas.microsoft.com/office/drawing/2014/main" id="{A8989270-A368-4828-B3FB-9CD73C58880F}"/>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body { color: #243244; background: #f4f6fa;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p { max-width: 65ch; line-height: 1.6;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h1 { font-size: 2rem; line-height: 1.2; }</a:t>
            </a:r>
          </a:p>
        </p:txBody>
      </p:sp>
    </p:spTree>
    <p:extLst>
      <p:ext uri="{BB962C8B-B14F-4D97-AF65-F5344CB8AC3E}">
        <p14:creationId xmlns:p14="http://schemas.microsoft.com/office/powerpoint/2010/main" val="119838368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90D3807-6AAB-42BB-9A76-09CD7CE2B7A4}"/>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Custom properties dan organisasi CSS</a:t>
            </a:r>
          </a:p>
        </p:txBody>
      </p:sp>
      <p:sp>
        <p:nvSpPr>
          <p:cNvPr id="2" name="">
            <a:extLst xmlns:a="http://schemas.openxmlformats.org/drawingml/2006/main">
              <a:ext uri="{FF2B5EF4-FFF2-40B4-BE49-F238E27FC236}">
                <a16:creationId xmlns:a16="http://schemas.microsoft.com/office/drawing/2014/main" id="{C6DD1284-CE0D-4053-B413-B89EBDCBF3AD}"/>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Custom properties menyimpan nilai yang dapat digunakan melalui var()</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Definisikan nilai bersama di :root, misalnya warna utama dan unit jarak</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Nilai dapat diwariskan dan diganti dalam konteks tertentu</a:t>
            </a:r>
          </a:p>
        </p:txBody>
      </p:sp>
    </p:spTree>
    <p:extLst>
      <p:ext uri="{BB962C8B-B14F-4D97-AF65-F5344CB8AC3E}">
        <p14:creationId xmlns:p14="http://schemas.microsoft.com/office/powerpoint/2010/main" val="60899351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BC13D417-ACAC-49D3-8F23-8878C3C39836}"/>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Custom properties dan organisasi CSS</a:t>
            </a:r>
          </a:p>
        </p:txBody>
      </p:sp>
      <p:sp>
        <p:nvSpPr>
          <p:cNvPr id="2" name="">
            <a:extLst xmlns:a="http://schemas.openxmlformats.org/drawingml/2006/main">
              <a:ext uri="{FF2B5EF4-FFF2-40B4-BE49-F238E27FC236}">
                <a16:creationId xmlns:a16="http://schemas.microsoft.com/office/drawing/2014/main" id="{B0B4D969-D429-4FE1-B5CA-7C7C10A924DE}"/>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:root { --brand: #175cd3; --space: 1rem;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 padding: var(--space);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a { color: var(--brand); }</a:t>
            </a:r>
          </a:p>
        </p:txBody>
      </p:sp>
    </p:spTree>
    <p:extLst>
      <p:ext uri="{BB962C8B-B14F-4D97-AF65-F5344CB8AC3E}">
        <p14:creationId xmlns:p14="http://schemas.microsoft.com/office/powerpoint/2010/main" val="420127803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327F59F-F1C4-4FA4-B3B9-E68440622D24}"/>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Diagnosis CSS dengan DevTools</a:t>
            </a:r>
          </a:p>
        </p:txBody>
      </p:sp>
      <p:sp>
        <p:nvSpPr>
          <p:cNvPr id="2" name="">
            <a:extLst xmlns:a="http://schemas.openxmlformats.org/drawingml/2006/main">
              <a:ext uri="{FF2B5EF4-FFF2-40B4-BE49-F238E27FC236}">
                <a16:creationId xmlns:a16="http://schemas.microsoft.com/office/drawing/2014/main" id="{8FD63E74-1D87-4CB0-90C8-257A1E8CB5D9}"/>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Panel Styles menunjukkan aturan yang cocok dan deklarasi yang kalah biasanya dicoret</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Computed menunjukkan nilai akhirnya</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Diagram box model membantu memisahkan ukuran isi dan jarak</a:t>
            </a:r>
          </a:p>
        </p:txBody>
      </p:sp>
    </p:spTree>
    <p:extLst>
      <p:ext uri="{BB962C8B-B14F-4D97-AF65-F5344CB8AC3E}">
        <p14:creationId xmlns:p14="http://schemas.microsoft.com/office/powerpoint/2010/main" val="394000877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DDE8DFA4-41F8-4A67-870E-11A9EF16CD72}"/>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Contoh: Diagnosis CSS dengan DevTools</a:t>
            </a:r>
          </a:p>
        </p:txBody>
      </p:sp>
      <p:sp>
        <p:nvSpPr>
          <p:cNvPr id="2" name="">
            <a:extLst xmlns:a="http://schemas.openxmlformats.org/drawingml/2006/main">
              <a:ext uri="{FF2B5EF4-FFF2-40B4-BE49-F238E27FC236}">
                <a16:creationId xmlns:a16="http://schemas.microsoft.com/office/drawing/2014/main" id="{4FE85A71-6F7C-471A-8593-7FC7F9360059}"/>
              </a:ext>
            </a:extLst>
          </p:cNvPr>
          <p:cNvSpPr>
            <a:spLocks xmlns:a="http://schemas.openxmlformats.org/drawingml/2006/main" noGrp="1"/>
          </p:cNvSpPr>
          <p:nvPr/>
        </p:nvSpPr>
        <p:spPr>
          <a:xfrm xmlns:a="http://schemas.openxmlformats.org/drawingml/2006/main">
            <a:off x="1190625" y="1476375"/>
            <a:ext cx="9810750" cy="3714750"/>
          </a:xfrm>
          <a:prstGeom xmlns:a="http://schemas.openxmlformats.org/drawingml/2006/main" prst="rect">
            <a:avLst/>
          </a:prstGeom>
          <a:solidFill xmlns:a="http://schemas.openxmlformats.org/drawingml/2006/main">
            <a:srgbClr val="242529"/>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sengaja salah untuk diagnosis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.card { paddding: 1rem; }</a:t>
            </a:r>
          </a:p>
          <a:p xmlns:a="http://schemas.openxmlformats.org/drawingml/2006/main">
            <a:pPr>
              <a:defRPr sz="1425">
                <a:solidFill>
                  <a:srgbClr val="FFFFFF"/>
                </a:solidFill>
                <a:latin typeface="Consolas"/>
                <a:ea typeface="Consolas"/>
                <a:cs typeface="Consolas"/>
              </a:defRPr>
            </a:pPr>
            <a:r>
              <a:rPr sz="1425">
                <a:solidFill>
                  <a:srgbClr val="FFFFFF"/>
                </a:solidFill>
                <a:latin typeface="Consolas"/>
                <a:ea typeface="Consolas"/>
                <a:cs typeface="Consolas"/>
              </a:rPr>
              <a:t>/* properti tidak dikenal diabaikan browser */</a:t>
            </a:r>
          </a:p>
        </p:txBody>
      </p:sp>
    </p:spTree>
    <p:extLst>
      <p:ext uri="{BB962C8B-B14F-4D97-AF65-F5344CB8AC3E}">
        <p14:creationId xmlns:p14="http://schemas.microsoft.com/office/powerpoint/2010/main" val="119838368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F014F28-B9FF-424A-AE32-69D54836B23D}"/>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Pengujian dan bukti</a:t>
            </a:r>
          </a:p>
        </p:txBody>
      </p:sp>
      <p:sp>
        <p:nvSpPr>
          <p:cNvPr id="2" name="">
            <a:extLst xmlns:a="http://schemas.openxmlformats.org/drawingml/2006/main">
              <a:ext uri="{FF2B5EF4-FFF2-40B4-BE49-F238E27FC236}">
                <a16:creationId xmlns:a16="http://schemas.microsoft.com/office/drawing/2014/main" id="{BCEAD8B9-1407-4C67-A42F-6A0392A6D2A1}"/>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CSS path salah: 404 dan gaya tidak muncul</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Specificity berbeda: Aturan lebih spesifik menang dalam kondisi latihan</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content-box: Border-box 276px</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border-box: Border-box 240px</a:t>
            </a:r>
          </a:p>
        </p:txBody>
      </p:sp>
    </p:spTree>
    <p:extLst>
      <p:ext uri="{BB962C8B-B14F-4D97-AF65-F5344CB8AC3E}">
        <p14:creationId xmlns:p14="http://schemas.microsoft.com/office/powerpoint/2010/main" val="23456298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8590C1C-F575-44E8-B827-A9B24A8E5553}"/>
              </a:ext>
            </a:extLst>
          </p:cNvPr>
          <p:cNvSpPr>
            <a:spLocks xmlns:a="http://schemas.openxmlformats.org/drawingml/2006/main" noGrp="1"/>
          </p:cNvSpPr>
          <p:nvPr/>
        </p:nvSpPr>
        <p:spPr>
          <a:xfrm xmlns:a="http://schemas.openxmlformats.org/drawingml/2006/main">
            <a:off x="609600" y="3238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0">
                <a:solidFill>
                  <a:srgbClr val="343434"/>
                </a:solidFill>
                <a:latin typeface="Arial"/>
                <a:ea typeface="Arial"/>
                <a:cs typeface="Arial"/>
              </a:defRPr>
            </a:pPr>
            <a:r>
              <a:rPr sz="2850" b="0">
                <a:solidFill>
                  <a:srgbClr val="343434"/>
                </a:solidFill>
                <a:latin typeface="Arial"/>
                <a:ea typeface="Arial"/>
                <a:cs typeface="Arial"/>
              </a:rPr>
              <a:t>Dua sesi berikutnya</a:t>
            </a:r>
          </a:p>
        </p:txBody>
      </p:sp>
      <p:sp>
        <p:nvSpPr>
          <p:cNvPr id="2" name="">
            <a:extLst xmlns:a="http://schemas.openxmlformats.org/drawingml/2006/main">
              <a:ext uri="{FF2B5EF4-FFF2-40B4-BE49-F238E27FC236}">
                <a16:creationId xmlns:a16="http://schemas.microsoft.com/office/drawing/2014/main" id="{CD5D8AA1-B7D4-42BB-BD23-4AED0E0CF2AC}"/>
              </a:ext>
            </a:extLst>
          </p:cNvPr>
          <p:cNvSpPr>
            <a:spLocks xmlns:a="http://schemas.openxmlformats.org/drawingml/2006/main" noGrp="1"/>
          </p:cNvSpPr>
          <p:nvPr/>
        </p:nvSpPr>
        <p:spPr>
          <a:xfrm xmlns:a="http://schemas.openxmlformats.org/drawingml/2006/main">
            <a:off x="1238250" y="1476375"/>
            <a:ext cx="9715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Selector, Cascade, dan Box Model</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Unit, Tipografi, dan Sistem Gaya Dasar</a:t>
            </a:r>
          </a:p>
          <a:p xmlns:a="http://schemas.openxmlformats.org/drawingml/2006/main">
            <a:pPr marL="228600" indent="-114300">
              <a:spcAft>
                <a:spcPts val="800"/>
              </a:spcAft>
              <a:buChar char="•"/>
              <a:defRPr sz="1800">
                <a:solidFill>
                  <a:srgbClr val="343434"/>
                </a:solidFill>
                <a:latin typeface="Arial"/>
                <a:ea typeface="Arial"/>
                <a:cs typeface="Arial"/>
              </a:defRPr>
            </a:pPr>
            <a:r>
              <a:rPr sz="1800">
                <a:solidFill>
                  <a:srgbClr val="343434"/>
                </a:solidFill>
                <a:latin typeface="Arial"/>
                <a:ea typeface="Arial"/>
                <a:cs typeface="Arial"/>
              </a:rPr>
              <a:t>Siapkan tiga card kegiatan beserta navigasi untuk latihan Flexbox dan Grid Minggu 5.</a:t>
            </a:r>
          </a:p>
        </p:txBody>
      </p:sp>
    </p:spTree>
    <p:extLst>
      <p:ext uri="{BB962C8B-B14F-4D97-AF65-F5344CB8AC3E}">
        <p14:creationId xmlns:p14="http://schemas.microsoft.com/office/powerpoint/2010/main" val="1547012370"/>
      </p:ext>
    </p:extLst>
  </p:cSld>
</p:sld>
</file>

<file path=ppt/slides/slide30.xml><?xml version="1.0" encoding="utf-8"?>
<p:sld xmlns:p="http://schemas.openxmlformats.org/presentationml/2006/main">
  <p:cSld>
    <p:bg>
      <p:bgPr>
        <a:solidFill xmlns:a="http://schemas.openxmlformats.org/drawingml/2006/main">
          <a:srgbClr val="2A184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B6B7F618-82BF-465F-8EE8-16B031732DE0}"/>
              </a:ext>
            </a:extLst>
          </p:cNvPr>
          <p:cNvSpPr>
            <a:spLocks xmlns:a="http://schemas.openxmlformats.org/drawingml/2006/main" noGrp="1"/>
          </p:cNvSpPr>
          <p:nvPr/>
        </p:nvSpPr>
        <p:spPr>
          <a:xfrm xmlns:a="http://schemas.openxmlformats.org/drawingml/2006/main">
            <a:off x="3143250" y="95250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3300" b="0">
                <a:solidFill>
                  <a:srgbClr val="FFFFFF"/>
                </a:solidFill>
                <a:latin typeface="Arial"/>
                <a:ea typeface="Arial"/>
                <a:cs typeface="Arial"/>
              </a:defRPr>
            </a:pPr>
            <a:r>
              <a:rPr sz="3300" b="0">
                <a:solidFill>
                  <a:srgbClr val="FFFFFF"/>
                </a:solidFill>
                <a:latin typeface="Arial"/>
                <a:ea typeface="Arial"/>
                <a:cs typeface="Arial"/>
              </a:rPr>
              <a:t>Refleksi</a:t>
            </a:r>
          </a:p>
        </p:txBody>
      </p:sp>
      <p:sp>
        <p:nvSpPr>
          <p:cNvPr id="2" name="">
            <a:extLst xmlns:a="http://schemas.openxmlformats.org/drawingml/2006/main">
              <a:ext uri="{FF2B5EF4-FFF2-40B4-BE49-F238E27FC236}">
                <a16:creationId xmlns:a16="http://schemas.microsoft.com/office/drawing/2014/main" id="{A3CF9D79-1F24-485E-8512-104F9D99000F}"/>
              </a:ext>
            </a:extLst>
          </p:cNvPr>
          <p:cNvSpPr>
            <a:spLocks xmlns:a="http://schemas.openxmlformats.org/drawingml/2006/main" noGrp="1"/>
          </p:cNvSpPr>
          <p:nvPr/>
        </p:nvSpPr>
        <p:spPr>
          <a:xfrm xmlns:a="http://schemas.openxmlformats.org/drawingml/2006/main">
            <a:off x="2571750" y="2095500"/>
            <a:ext cx="7048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800">
                <a:solidFill>
                  <a:srgbClr val="FFFFFF"/>
                </a:solidFill>
                <a:latin typeface="Arial"/>
                <a:ea typeface="Arial"/>
                <a:cs typeface="Arial"/>
              </a:defRPr>
            </a:pPr>
            <a:r>
              <a:rPr sz="1800">
                <a:solidFill>
                  <a:srgbClr val="FFFFFF"/>
                </a:solidFill>
                <a:latin typeface="Arial"/>
                <a:ea typeface="Arial"/>
                <a:cs typeface="Arial"/>
              </a:rPr>
              <a:t>Apa yang diperiksa ketika file CSS tidak termuat?</a:t>
            </a:r>
          </a:p>
          <a:p xmlns:a="http://schemas.openxmlformats.org/drawingml/2006/main">
            <a:pPr marL="228600" indent="-114300">
              <a:spcAft>
                <a:spcPts val="800"/>
              </a:spcAft>
              <a:buChar char="•"/>
              <a:defRPr sz="1800">
                <a:solidFill>
                  <a:srgbClr val="FFFFFF"/>
                </a:solidFill>
                <a:latin typeface="Arial"/>
                <a:ea typeface="Arial"/>
                <a:cs typeface="Arial"/>
              </a:defRPr>
            </a:pPr>
            <a:r>
              <a:rPr sz="1800">
                <a:solidFill>
                  <a:srgbClr val="FFFFFF"/>
                </a:solidFill>
                <a:latin typeface="Arial"/>
                <a:ea typeface="Arial"/>
                <a:cs typeface="Arial"/>
              </a:rPr>
              <a:t>Warna mana menang jika paragraf .notice berada dalam .card?</a:t>
            </a:r>
          </a:p>
          <a:p xmlns:a="http://schemas.openxmlformats.org/drawingml/2006/main">
            <a:pPr marL="228600" indent="-114300">
              <a:spcAft>
                <a:spcPts val="800"/>
              </a:spcAft>
              <a:buChar char="•"/>
              <a:defRPr sz="1800">
                <a:solidFill>
                  <a:srgbClr val="FFFFFF"/>
                </a:solidFill>
                <a:latin typeface="Arial"/>
                <a:ea typeface="Arial"/>
                <a:cs typeface="Arial"/>
              </a:defRPr>
            </a:pPr>
            <a:r>
              <a:rPr sz="1800">
                <a:solidFill>
                  <a:srgbClr val="FFFFFF"/>
                </a:solidFill>
                <a:latin typeface="Arial"/>
                <a:ea typeface="Arial"/>
                <a:cs typeface="Arial"/>
              </a:rPr>
              <a:t>Jika root 16px, berapa 1.5rem?</a:t>
            </a:r>
          </a:p>
        </p:txBody>
      </p:sp>
    </p:spTree>
    <p:extLst>
      <p:ext uri="{BB962C8B-B14F-4D97-AF65-F5344CB8AC3E}">
        <p14:creationId xmlns:p14="http://schemas.microsoft.com/office/powerpoint/2010/main" val="1198383687"/>
      </p:ext>
    </p:extLst>
  </p:cSld>
</p:sld>
</file>

<file path=ppt/theme/theme1.xml><?xml version="1.0" encoding="utf-8"?>
<a:theme xmlns:a="http://schemas.openxmlformats.org/drawingml/2006/main" name="Cover and End Slide Master">
  <a:themeElements>
    <a:clrScheme name="ALLPPT-122">
      <a:dk1>
        <a:sysClr val="windowText" lastClr="000000"/>
      </a:dk1>
      <a:lt1>
        <a:sysClr val="window" lastClr="FFFFFF"/>
      </a:lt1>
      <a:dk2>
        <a:srgbClr val="1F497D"/>
      </a:dk2>
      <a:lt2>
        <a:srgbClr val="EEECE1"/>
      </a:lt2>
      <a:accent1>
        <a:srgbClr val="F0D23F"/>
      </a:accent1>
      <a:accent2>
        <a:srgbClr val="F79465"/>
      </a:accent2>
      <a:accent3>
        <a:srgbClr val="ED3B55"/>
      </a:accent3>
      <a:accent4>
        <a:srgbClr val="54CBA0"/>
      </a:accent4>
      <a:accent5>
        <a:srgbClr val="78AAE1"/>
      </a:accent5>
      <a:accent6>
        <a:srgbClr val="77DBE1"/>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ALLPPT-12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2026-09-15T13:50:48.3510000Z</dcterms:created>
  <dcterms:modified xsi:type="dcterms:W3CDTF">2026-09-15T13:50:48.3510000Z</dcterms:modified>
</coreProperties>
</file>