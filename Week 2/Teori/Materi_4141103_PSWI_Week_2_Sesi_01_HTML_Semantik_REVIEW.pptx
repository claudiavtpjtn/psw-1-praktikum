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ad7561e2c94899" /><Relationship Type="http://schemas.openxmlformats.org/officeDocument/2006/relationships/extended-properties" Target="/docProps/app.xml" Id="R0dada25dca4a46de" /><Relationship Type="http://schemas.openxmlformats.org/officeDocument/2006/relationships/officeDocument" Target="/ppt/presentation.xml" Id="R29868a81a0f442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4a6efc378c43ad"/>
    <p:sldMasterId xmlns:r="http://schemas.openxmlformats.org/officeDocument/2006/relationships" id="2147483651" r:id="R9fdefa65dc5847b0"/>
    <p:sldMasterId xmlns:r="http://schemas.openxmlformats.org/officeDocument/2006/relationships" id="2147483670" r:id="R317e0e86cf704412"/>
  </p:sldMasterIdLst>
  <p:notesMasterIdLst>
    <p:notesMasterId xmlns:r="http://schemas.openxmlformats.org/officeDocument/2006/relationships" r:id="R8ece621a59454633"/>
  </p:notesMasterIdLst>
  <p:sldIdLst>
    <p:sldId xmlns:r="http://schemas.openxmlformats.org/officeDocument/2006/relationships" id="256" r:id="R8387b008fdc1405d"/>
    <p:sldId xmlns:r="http://schemas.openxmlformats.org/officeDocument/2006/relationships" id="257" r:id="Rcc7f86cc50f947f5"/>
    <p:sldId xmlns:r="http://schemas.openxmlformats.org/officeDocument/2006/relationships" id="258" r:id="Rf4be61521c6c4db4"/>
    <p:sldId xmlns:r="http://schemas.openxmlformats.org/officeDocument/2006/relationships" id="259" r:id="Rcb9a6f606cbf415c"/>
    <p:sldId xmlns:r="http://schemas.openxmlformats.org/officeDocument/2006/relationships" id="260" r:id="R4b3b06224d114bb4"/>
    <p:sldId xmlns:r="http://schemas.openxmlformats.org/officeDocument/2006/relationships" id="261" r:id="R6746ff92a8f24c65"/>
    <p:sldId xmlns:r="http://schemas.openxmlformats.org/officeDocument/2006/relationships" id="262" r:id="R59e9e10972d2416f"/>
    <p:sldId xmlns:r="http://schemas.openxmlformats.org/officeDocument/2006/relationships" id="263" r:id="R314eabd078f3422c"/>
    <p:sldId xmlns:r="http://schemas.openxmlformats.org/officeDocument/2006/relationships" id="264" r:id="R627d524d81dd40d0"/>
    <p:sldId xmlns:r="http://schemas.openxmlformats.org/officeDocument/2006/relationships" id="265" r:id="R6cb85ac7e29b4112"/>
    <p:sldId xmlns:r="http://schemas.openxmlformats.org/officeDocument/2006/relationships" id="266" r:id="R78343f91a7dd49d1"/>
    <p:sldId xmlns:r="http://schemas.openxmlformats.org/officeDocument/2006/relationships" id="267" r:id="R5e0983f343b84d29"/>
    <p:sldId xmlns:r="http://schemas.openxmlformats.org/officeDocument/2006/relationships" id="268" r:id="R6bca58a568b741b6"/>
    <p:sldId xmlns:r="http://schemas.openxmlformats.org/officeDocument/2006/relationships" id="269" r:id="R334fc8a092e041fc"/>
    <p:sldId xmlns:r="http://schemas.openxmlformats.org/officeDocument/2006/relationships" id="270" r:id="Rafedf0e1c237404a"/>
    <p:sldId xmlns:r="http://schemas.openxmlformats.org/officeDocument/2006/relationships" id="271" r:id="R7186b6db97c5401e"/>
    <p:sldId xmlns:r="http://schemas.openxmlformats.org/officeDocument/2006/relationships" id="272" r:id="R1904630203ec4d77"/>
    <p:sldId xmlns:r="http://schemas.openxmlformats.org/officeDocument/2006/relationships" id="273" r:id="Rdc7a881ca9af47c0"/>
    <p:sldId xmlns:r="http://schemas.openxmlformats.org/officeDocument/2006/relationships" id="274" r:id="Raf5ad36a89b7416d"/>
    <p:sldId xmlns:r="http://schemas.openxmlformats.org/officeDocument/2006/relationships" id="275" r:id="R8ea9405c313147b9"/>
    <p:sldId xmlns:r="http://schemas.openxmlformats.org/officeDocument/2006/relationships" id="276" r:id="R918c0b17abae4695"/>
    <p:sldId xmlns:r="http://schemas.openxmlformats.org/officeDocument/2006/relationships" id="277" r:id="R9c12fc75008a4ad5"/>
    <p:sldId xmlns:r="http://schemas.openxmlformats.org/officeDocument/2006/relationships" id="278" r:id="Rf5755dbb63a64ed6"/>
    <p:sldId xmlns:r="http://schemas.openxmlformats.org/officeDocument/2006/relationships" id="279" r:id="R474b6e97e3e942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3e7c199b554ac2" /><Relationship Type="http://schemas.openxmlformats.org/officeDocument/2006/relationships/slideMaster" Target="/ppt/slideMasters/slideMaster1.xml" Id="Rb14a6efc378c43ad" /><Relationship Type="http://schemas.openxmlformats.org/officeDocument/2006/relationships/slideMaster" Target="/ppt/slideMasters/slideMaster2.xml" Id="R9fdefa65dc5847b0" /><Relationship Type="http://schemas.openxmlformats.org/officeDocument/2006/relationships/slideMaster" Target="/ppt/slideMasters/slideMaster3.xml" Id="R317e0e86cf704412" /><Relationship Type="http://schemas.openxmlformats.org/officeDocument/2006/relationships/notesMaster" Target="/ppt/notesMasters/notesMaster1.xml" Id="R8ece621a59454633" /><Relationship Type="http://schemas.openxmlformats.org/officeDocument/2006/relationships/presProps" Target="/ppt/presProps.xml" Id="R20ce00e14af04f78" /><Relationship Type="http://schemas.openxmlformats.org/officeDocument/2006/relationships/viewProps" Target="/ppt/viewProps.xml" Id="Rdc2b1419f83c47ce" /><Relationship Type="http://schemas.openxmlformats.org/officeDocument/2006/relationships/tableStyles" Target="/ppt/tableStyles.xml" Id="R9b9a9e74b19d4120" /><Relationship Type="http://schemas.openxmlformats.org/officeDocument/2006/relationships/slide" Target="/ppt/slides/slide1.xml" Id="R8387b008fdc1405d" /><Relationship Type="http://schemas.openxmlformats.org/officeDocument/2006/relationships/slide" Target="/ppt/slides/slide2.xml" Id="Rcc7f86cc50f947f5" /><Relationship Type="http://schemas.openxmlformats.org/officeDocument/2006/relationships/slide" Target="/ppt/slides/slide3.xml" Id="Rf4be61521c6c4db4" /><Relationship Type="http://schemas.openxmlformats.org/officeDocument/2006/relationships/slide" Target="/ppt/slides/slide4.xml" Id="Rcb9a6f606cbf415c" /><Relationship Type="http://schemas.openxmlformats.org/officeDocument/2006/relationships/slide" Target="/ppt/slides/slide5.xml" Id="R4b3b06224d114bb4" /><Relationship Type="http://schemas.openxmlformats.org/officeDocument/2006/relationships/slide" Target="/ppt/slides/slide6.xml" Id="R6746ff92a8f24c65" /><Relationship Type="http://schemas.openxmlformats.org/officeDocument/2006/relationships/slide" Target="/ppt/slides/slide7.xml" Id="R59e9e10972d2416f" /><Relationship Type="http://schemas.openxmlformats.org/officeDocument/2006/relationships/slide" Target="/ppt/slides/slide8.xml" Id="R314eabd078f3422c" /><Relationship Type="http://schemas.openxmlformats.org/officeDocument/2006/relationships/slide" Target="/ppt/slides/slide9.xml" Id="R627d524d81dd40d0" /><Relationship Type="http://schemas.openxmlformats.org/officeDocument/2006/relationships/slide" Target="/ppt/slides/slide10.xml" Id="R6cb85ac7e29b4112" /><Relationship Type="http://schemas.openxmlformats.org/officeDocument/2006/relationships/slide" Target="/ppt/slides/slide11.xml" Id="R78343f91a7dd49d1" /><Relationship Type="http://schemas.openxmlformats.org/officeDocument/2006/relationships/slide" Target="/ppt/slides/slide12.xml" Id="R5e0983f343b84d29" /><Relationship Type="http://schemas.openxmlformats.org/officeDocument/2006/relationships/slide" Target="/ppt/slides/slide13.xml" Id="R6bca58a568b741b6" /><Relationship Type="http://schemas.openxmlformats.org/officeDocument/2006/relationships/slide" Target="/ppt/slides/slide14.xml" Id="R334fc8a092e041fc" /><Relationship Type="http://schemas.openxmlformats.org/officeDocument/2006/relationships/slide" Target="/ppt/slides/slide15.xml" Id="Rafedf0e1c237404a" /><Relationship Type="http://schemas.openxmlformats.org/officeDocument/2006/relationships/slide" Target="/ppt/slides/slide16.xml" Id="R7186b6db97c5401e" /><Relationship Type="http://schemas.openxmlformats.org/officeDocument/2006/relationships/slide" Target="/ppt/slides/slide17.xml" Id="R1904630203ec4d77" /><Relationship Type="http://schemas.openxmlformats.org/officeDocument/2006/relationships/slide" Target="/ppt/slides/slide18.xml" Id="Rdc7a881ca9af47c0" /><Relationship Type="http://schemas.openxmlformats.org/officeDocument/2006/relationships/slide" Target="/ppt/slides/slide19.xml" Id="Raf5ad36a89b7416d" /><Relationship Type="http://schemas.openxmlformats.org/officeDocument/2006/relationships/slide" Target="/ppt/slides/slide20.xml" Id="R8ea9405c313147b9" /><Relationship Type="http://schemas.openxmlformats.org/officeDocument/2006/relationships/slide" Target="/ppt/slides/slide21.xml" Id="R918c0b17abae4695" /><Relationship Type="http://schemas.openxmlformats.org/officeDocument/2006/relationships/slide" Target="/ppt/slides/slide22.xml" Id="R9c12fc75008a4ad5" /><Relationship Type="http://schemas.openxmlformats.org/officeDocument/2006/relationships/slide" Target="/ppt/slides/slide23.xml" Id="Rf5755dbb63a64ed6" /><Relationship Type="http://schemas.openxmlformats.org/officeDocument/2006/relationships/slide" Target="/ppt/slides/slide24.xml" Id="R474b6e97e3e942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13c82e93557f45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Cover and End Slide Master">
  <a:themeElements>
    <a:clrScheme name="ALLPPT-1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0D23F"/>
      </a:accent1>
      <a:accent2>
        <a:srgbClr val="F79465"/>
      </a:accent2>
      <a:accent3>
        <a:srgbClr val="ED3B55"/>
      </a:accent3>
      <a:accent4>
        <a:srgbClr val="54CBA0"/>
      </a:accent4>
      <a:accent5>
        <a:srgbClr val="78AAE1"/>
      </a:accent5>
      <a:accent6>
        <a:srgbClr val="77DBE1"/>
      </a:accent6>
      <a:hlink>
        <a:srgbClr val="FFFFFF"/>
      </a:hlink>
      <a:folHlink>
        <a:srgbClr val="800080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ALLPPT-12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db656725e744d5" /><Relationship Type="http://schemas.openxmlformats.org/officeDocument/2006/relationships/notesMaster" Target="/ppt/notesMasters/notesMaster1.xml" Id="R08cdac96eb1c44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adb6757d954ac7" /><Relationship Type="http://schemas.openxmlformats.org/officeDocument/2006/relationships/notesMaster" Target="/ppt/notesMasters/notesMaster1.xml" Id="R633139e4835841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a34db3fb2349d7" /><Relationship Type="http://schemas.openxmlformats.org/officeDocument/2006/relationships/notesMaster" Target="/ppt/notesMasters/notesMaster1.xml" Id="Rfad973b56d3a47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84bce867cb4136" /><Relationship Type="http://schemas.openxmlformats.org/officeDocument/2006/relationships/notesMaster" Target="/ppt/notesMasters/notesMaster1.xml" Id="R9eff9b84862c4b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d628ddf37f4035" /><Relationship Type="http://schemas.openxmlformats.org/officeDocument/2006/relationships/notesMaster" Target="/ppt/notesMasters/notesMaster1.xml" Id="R3c34831a2a3740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02c4ec49184635" /><Relationship Type="http://schemas.openxmlformats.org/officeDocument/2006/relationships/notesMaster" Target="/ppt/notesMasters/notesMaster1.xml" Id="R40c914beddac40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6b9ce16339475b" /><Relationship Type="http://schemas.openxmlformats.org/officeDocument/2006/relationships/notesMaster" Target="/ppt/notesMasters/notesMaster1.xml" Id="R8037c018f38343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48c19d762e4bc0" /><Relationship Type="http://schemas.openxmlformats.org/officeDocument/2006/relationships/notesMaster" Target="/ppt/notesMasters/notesMaster1.xml" Id="Rdfbbba97297b4a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8e4ddec00b4349" /><Relationship Type="http://schemas.openxmlformats.org/officeDocument/2006/relationships/notesMaster" Target="/ppt/notesMasters/notesMaster1.xml" Id="Rf95ac9299cf047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0cb3792e634b36" /><Relationship Type="http://schemas.openxmlformats.org/officeDocument/2006/relationships/notesMaster" Target="/ppt/notesMasters/notesMaster1.xml" Id="Rbfe737bbcd0b43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68a7c3f5374187" /><Relationship Type="http://schemas.openxmlformats.org/officeDocument/2006/relationships/notesMaster" Target="/ppt/notesMasters/notesMaster1.xml" Id="Rbeca0027e80f4e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8b0167f4b74bca" /><Relationship Type="http://schemas.openxmlformats.org/officeDocument/2006/relationships/notesMaster" Target="/ppt/notesMasters/notesMaster1.xml" Id="Rb2a1ae983a4740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b0392e7d4b448a" /><Relationship Type="http://schemas.openxmlformats.org/officeDocument/2006/relationships/notesMaster" Target="/ppt/notesMasters/notesMaster1.xml" Id="R67e18e7a24fd42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3f00e205d94a82" /><Relationship Type="http://schemas.openxmlformats.org/officeDocument/2006/relationships/notesMaster" Target="/ppt/notesMasters/notesMaster1.xml" Id="R922063dd0b3544f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fe07c32ff454a63" /><Relationship Type="http://schemas.openxmlformats.org/officeDocument/2006/relationships/notesMaster" Target="/ppt/notesMasters/notesMaster1.xml" Id="R4efd16669ec4471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a58d408f3b47cf" /><Relationship Type="http://schemas.openxmlformats.org/officeDocument/2006/relationships/notesMaster" Target="/ppt/notesMasters/notesMaster1.xml" Id="Raa00dc4f4ead4cd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452015fda3a467b" /><Relationship Type="http://schemas.openxmlformats.org/officeDocument/2006/relationships/notesMaster" Target="/ppt/notesMasters/notesMaster1.xml" Id="R54032546968d4d9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fcd9a5c2a884b99" /><Relationship Type="http://schemas.openxmlformats.org/officeDocument/2006/relationships/notesMaster" Target="/ppt/notesMasters/notesMaster1.xml" Id="R2e437bdc4967436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7cfde68562c4b1b" /><Relationship Type="http://schemas.openxmlformats.org/officeDocument/2006/relationships/notesMaster" Target="/ppt/notesMasters/notesMaster1.xml" Id="R73674ddd539a4ad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9a9e139fcf5461a" /><Relationship Type="http://schemas.openxmlformats.org/officeDocument/2006/relationships/notesMaster" Target="/ppt/notesMasters/notesMaster1.xml" Id="R339865af817d499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1fb27259ade4071" /><Relationship Type="http://schemas.openxmlformats.org/officeDocument/2006/relationships/notesMaster" Target="/ppt/notesMasters/notesMaster1.xml" Id="R8e386528f68442f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e933d4c3e904273" /><Relationship Type="http://schemas.openxmlformats.org/officeDocument/2006/relationships/notesMaster" Target="/ppt/notesMasters/notesMaster1.xml" Id="Rddba53ad642f4a3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cf64247bb564c86" /><Relationship Type="http://schemas.openxmlformats.org/officeDocument/2006/relationships/notesMaster" Target="/ppt/notesMasters/notesMaster1.xml" Id="R0a34cc6f2a22426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8568d9e4a5f41d4" /><Relationship Type="http://schemas.openxmlformats.org/officeDocument/2006/relationships/notesMaster" Target="/ppt/notesMasters/notesMaster1.xml" Id="Ra2b244a6f58940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5790e444da4169" /><Relationship Type="http://schemas.openxmlformats.org/officeDocument/2006/relationships/image" Target="/ppt/media/image.jpeg" Id="R2b4728d37cb84f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47cd8585d84f0f" /><Relationship Type="http://schemas.openxmlformats.org/officeDocument/2006/relationships/image" Target="/ppt/media/image2.jpeg" Id="Rcb38b23ac22841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b4722f54324f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3a3d29dfb945f5" /><Relationship Type="http://schemas.openxmlformats.org/officeDocument/2006/relationships/image" Target="/ppt/media/image3.jpeg" Id="R75870e1852da46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a839818de3749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da4706cb4d4a3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925fa9269a8485a" /><Relationship Type="http://schemas.openxmlformats.org/officeDocument/2006/relationships/image" Target="/ppt/media/image4.jpeg" Id="R159ecce15c6e48a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23ef2c27fe1433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cb455bf68c4fb0" /><Relationship Type="http://schemas.openxmlformats.org/officeDocument/2006/relationships/image" Target="/ppt/media/image5.jpeg" Id="R885b768d28f94ba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ac32f39c6c450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95d10db8eac4418" /><Relationship Type="http://schemas.openxmlformats.org/officeDocument/2006/relationships/image" Target="/ppt/media/image6.jpeg" Id="R1958a542778c43a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bfdecf57a97403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3353e771024025" /><Relationship Type="http://schemas.openxmlformats.org/officeDocument/2006/relationships/image" Target="/ppt/media/image7.jpeg" Id="Rf1b49064858349a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8de5ae30b984e5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56fbf1cfde14d5a" /><Relationship Type="http://schemas.openxmlformats.org/officeDocument/2006/relationships/image" Target="/ppt/media/image8.jpeg" Id="Rddd99e12c64a491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75e146f5e134ebc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11e970f30db4603" /><Relationship Type="http://schemas.openxmlformats.org/officeDocument/2006/relationships/image" Target="/ppt/media/image3.jpeg" Id="R787d196f6be041a8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62534d634e4979" /><Relationship Type="http://schemas.openxmlformats.org/officeDocument/2006/relationships/image" Target="/ppt/media/image9.jpeg" Id="Rea10748ed6c34e0f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3b3697f0cc4188" /><Relationship Type="http://schemas.openxmlformats.org/officeDocument/2006/relationships/image" Target="/ppt/media/image10.jpeg" Id="R05e3823ff9c24a08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dd21dfbbe3454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2b9edacff2b4ce2" /><Relationship Type="http://schemas.openxmlformats.org/officeDocument/2006/relationships/image" Target="/ppt/media/image2.jpeg" Id="R94d98d8efef541f7" /></Relationships>
</file>

<file path=ppt/slideLayouts/slideLayout1.xml><?xml version="1.0" encoding="utf-8"?>
<p:sldLayout xmlns:p="http://schemas.openxmlformats.org/presentationml/2006/main" preserve="1" userDrawn="1">
  <p:cSld name="Cover slide layout">
    <p:bg>
      <p:bgPr>
        <a:blipFill xmlns:a="http://schemas.openxmlformats.org/drawingml/2006/main" rotWithShape="1">
          <a:blip xmlns:r="http://schemas.openxmlformats.org/officeDocument/2006/relationships" r:embed="R2b4728d37cb84f3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 userDrawn="1">
  <p:cSld name="End slide layout">
    <p:bg>
      <p:bgPr>
        <a:blipFill xmlns:a="http://schemas.openxmlformats.org/drawingml/2006/main" rotWithShape="1">
          <a:blip xmlns:r="http://schemas.openxmlformats.org/officeDocument/2006/relationships" r:embed="Rcb38b23ac228417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23529" y="339509"/>
            <a:ext cx="11573197" cy="724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BASIC LAYOUT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3_Agenda slide layout">
    <p:bg>
      <p:bgPr>
        <a:blipFill xmlns:a="http://schemas.openxmlformats.org/drawingml/2006/main" rotWithShape="1">
          <a:blip xmlns:r="http://schemas.openxmlformats.org/officeDocument/2006/relationships" r:embed="R75870e1852da466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23529" y="339509"/>
            <a:ext cx="11573197" cy="724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Our Team LAYOUT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36CEC37-AE54-4204-926B-C76F4658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0508" y="1779191"/>
            <a:ext cx="1512000" cy="2654855"/>
          </a:xfrm>
          <a:prstGeom xmlns:a="http://schemas.openxmlformats.org/drawingml/2006/main" prst="roundRect">
            <a:avLst>
              <a:gd name="adj" fmla="val 13580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889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E60B77A-53FD-4AF2-A307-E9092175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68994" y="1915536"/>
            <a:ext cx="154579" cy="23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0B0"/>
          </a:solidFill>
          <a:ln xmlns:a="http://schemas.openxmlformats.org/drawingml/2006/main" w="889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60F1F554-1B98-471E-A329-2CCFAEA0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88876" y="4212560"/>
            <a:ext cx="151675" cy="143403"/>
          </a:xfrm>
          <a:prstGeom xmlns:a="http://schemas.openxmlformats.org/drawingml/2006/main" prst="ellipse">
            <a:avLst/>
          </a:prstGeom>
          <a:gradFill xmlns:a="http://schemas.openxmlformats.org/drawingml/2006/main" rotWithShape="1">
            <a:gsLst>
              <a:gs pos="0">
                <a:schemeClr val="tx1">
                  <a:lumMod val="94000"/>
                  <a:lumOff val="6000"/>
                </a:schemeClr>
              </a:gs>
              <a:gs pos="56000">
                <a:schemeClr val="tx1">
                  <a:lumMod val="65000"/>
                  <a:lumOff val="35000"/>
                </a:schemeClr>
              </a:gs>
              <a:gs pos="91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1"/>
            <a:tileRect/>
          </a:gradFill>
          <a:ln xmlns:a="http://schemas.openxmlformats.org/drawingml/2006/main" w="0">
            <a:solidFill>
              <a:srgbClr val="26262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520737B-1186-4E1C-A360-4B9B8D32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30027" y="4251227"/>
            <a:ext cx="69373" cy="660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6350">
            <a:solidFill>
              <a:srgbClr val="B0B0B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11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A107028-0C6A-44AE-9857-3E19BFBC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2075" y="1779191"/>
            <a:ext cx="1512000" cy="2654855"/>
          </a:xfrm>
          <a:prstGeom xmlns:a="http://schemas.openxmlformats.org/drawingml/2006/main" prst="roundRect">
            <a:avLst>
              <a:gd name="adj" fmla="val 13580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889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12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B5810DE-111C-4544-99EB-EF865DE4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0561" y="1915536"/>
            <a:ext cx="154579" cy="23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0B0"/>
          </a:solidFill>
          <a:ln xmlns:a="http://schemas.openxmlformats.org/drawingml/2006/main" w="889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14" name="Oval 7">
            <a:extLst xmlns:a="http://schemas.openxmlformats.org/drawingml/2006/main">
              <a:ext uri="{FF2B5EF4-FFF2-40B4-BE49-F238E27FC236}">
                <a16:creationId xmlns:a16="http://schemas.microsoft.com/office/drawing/2014/main" id="{675AE696-9854-4F9F-8328-3D901AB8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0443" y="4212560"/>
            <a:ext cx="151675" cy="143403"/>
          </a:xfrm>
          <a:prstGeom xmlns:a="http://schemas.openxmlformats.org/drawingml/2006/main" prst="ellipse">
            <a:avLst/>
          </a:prstGeom>
          <a:gradFill xmlns:a="http://schemas.openxmlformats.org/drawingml/2006/main" rotWithShape="1">
            <a:gsLst>
              <a:gs pos="0">
                <a:schemeClr val="tx1">
                  <a:lumMod val="94000"/>
                  <a:lumOff val="6000"/>
                </a:schemeClr>
              </a:gs>
              <a:gs pos="56000">
                <a:schemeClr val="tx1">
                  <a:lumMod val="65000"/>
                  <a:lumOff val="35000"/>
                </a:schemeClr>
              </a:gs>
              <a:gs pos="91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1"/>
            <a:tileRect/>
          </a:gradFill>
          <a:ln xmlns:a="http://schemas.openxmlformats.org/drawingml/2006/main" w="0">
            <a:solidFill>
              <a:srgbClr val="26262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15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EE822FB-BAB6-4765-BAB8-F8CFD8DB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1594" y="4251227"/>
            <a:ext cx="69373" cy="660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6350">
            <a:solidFill>
              <a:srgbClr val="B0B0B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17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5C12189-4C71-4BA8-8527-F51EDF15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3642" y="1779191"/>
            <a:ext cx="1512000" cy="2654855"/>
          </a:xfrm>
          <a:prstGeom xmlns:a="http://schemas.openxmlformats.org/drawingml/2006/main" prst="roundRect">
            <a:avLst>
              <a:gd name="adj" fmla="val 13580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889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18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007A9B8-7BCE-4BAD-861E-F43AF30C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92128" y="1915536"/>
            <a:ext cx="154579" cy="23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0B0"/>
          </a:solidFill>
          <a:ln xmlns:a="http://schemas.openxmlformats.org/drawingml/2006/main" w="889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0" name="Oval 7">
            <a:extLst xmlns:a="http://schemas.openxmlformats.org/drawingml/2006/main">
              <a:ext uri="{FF2B5EF4-FFF2-40B4-BE49-F238E27FC236}">
                <a16:creationId xmlns:a16="http://schemas.microsoft.com/office/drawing/2014/main" id="{1ABA39FE-6EF1-4D4F-88E8-D71FF652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12010" y="4212560"/>
            <a:ext cx="151675" cy="143403"/>
          </a:xfrm>
          <a:prstGeom xmlns:a="http://schemas.openxmlformats.org/drawingml/2006/main" prst="ellipse">
            <a:avLst/>
          </a:prstGeom>
          <a:gradFill xmlns:a="http://schemas.openxmlformats.org/drawingml/2006/main" rotWithShape="1">
            <a:gsLst>
              <a:gs pos="0">
                <a:schemeClr val="tx1">
                  <a:lumMod val="94000"/>
                  <a:lumOff val="6000"/>
                </a:schemeClr>
              </a:gs>
              <a:gs pos="56000">
                <a:schemeClr val="tx1">
                  <a:lumMod val="65000"/>
                  <a:lumOff val="35000"/>
                </a:schemeClr>
              </a:gs>
              <a:gs pos="91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1"/>
            <a:tileRect/>
          </a:gradFill>
          <a:ln xmlns:a="http://schemas.openxmlformats.org/drawingml/2006/main" w="0">
            <a:solidFill>
              <a:srgbClr val="26262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1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6C97352-4633-4B25-8910-54F3DE0B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53161" y="4251227"/>
            <a:ext cx="69373" cy="660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6350">
            <a:solidFill>
              <a:srgbClr val="B0B0B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3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5189DD4-56C8-4F92-A3F9-AA93E4F0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85208" y="1779191"/>
            <a:ext cx="1512000" cy="2654855"/>
          </a:xfrm>
          <a:prstGeom xmlns:a="http://schemas.openxmlformats.org/drawingml/2006/main" prst="roundRect">
            <a:avLst>
              <a:gd name="adj" fmla="val 13580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889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4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DFA377A-F4DE-4B15-81AA-EEE8672B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53694" y="1915536"/>
            <a:ext cx="154579" cy="232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0B0"/>
          </a:solidFill>
          <a:ln xmlns:a="http://schemas.openxmlformats.org/drawingml/2006/main" w="889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6" name="Oval 7">
            <a:extLst xmlns:a="http://schemas.openxmlformats.org/drawingml/2006/main">
              <a:ext uri="{FF2B5EF4-FFF2-40B4-BE49-F238E27FC236}">
                <a16:creationId xmlns:a16="http://schemas.microsoft.com/office/drawing/2014/main" id="{9C3DE81D-34C4-48C5-A7F5-23438413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73576" y="4212560"/>
            <a:ext cx="151675" cy="143403"/>
          </a:xfrm>
          <a:prstGeom xmlns:a="http://schemas.openxmlformats.org/drawingml/2006/main" prst="ellipse">
            <a:avLst/>
          </a:prstGeom>
          <a:gradFill xmlns:a="http://schemas.openxmlformats.org/drawingml/2006/main" rotWithShape="1">
            <a:gsLst>
              <a:gs pos="0">
                <a:schemeClr val="tx1">
                  <a:lumMod val="94000"/>
                  <a:lumOff val="6000"/>
                </a:schemeClr>
              </a:gs>
              <a:gs pos="56000">
                <a:schemeClr val="tx1">
                  <a:lumMod val="65000"/>
                  <a:lumOff val="35000"/>
                </a:schemeClr>
              </a:gs>
              <a:gs pos="91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1"/>
            <a:tileRect/>
          </a:gradFill>
          <a:ln xmlns:a="http://schemas.openxmlformats.org/drawingml/2006/main" w="0">
            <a:solidFill>
              <a:srgbClr val="26262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7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53A738C-E9C5-4E32-A7A1-0F88BCDA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14727" y="4251227"/>
            <a:ext cx="69373" cy="660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37373"/>
          </a:solidFill>
          <a:ln xmlns:a="http://schemas.openxmlformats.org/drawingml/2006/main" w="6350">
            <a:solidFill>
              <a:srgbClr val="B0B0B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sp>
        <p:nvSpPr>
          <p:cNvPr id="28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CB46EA28-DC0E-4334-ACB7-F2FA90F1903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290508" y="2037611"/>
            <a:ext cx="1332000" cy="209720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27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0" lvl="0" algn="ctr">
              <a:buNone/>
            </a:pPr>
            <a:r>
              <a:t>Place Your Picture Here</a:t>
            </a:r>
            <a:endParaRPr/>
          </a:p>
        </p:txBody>
      </p:sp>
      <p:sp>
        <p:nvSpPr>
          <p:cNvPr id="30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7EA98078-7EAF-4581-923B-BCD15A2A257E}"/>
              </a:ext>
            </a:extLst>
          </p:cNvPr>
          <p:cNvSpPr>
            <a:spLocks xmlns:a="http://schemas.openxmlformats.org/drawingml/2006/main" noGrp="1"/>
          </p:cNvSpPr>
          <p:nvPr>
            <p:ph type="pic" idx="59" hasCustomPrompt="1"/>
          </p:nvPr>
        </p:nvSpPr>
        <p:spPr>
          <a:xfrm xmlns:a="http://schemas.openxmlformats.org/drawingml/2006/main">
            <a:off x="4052075" y="2037611"/>
            <a:ext cx="1332000" cy="209720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27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0" lvl="0" algn="ctr">
              <a:buNone/>
            </a:pPr>
            <a:r>
              <a:t>Place Your Picture Here</a:t>
            </a:r>
            <a:endParaRPr/>
          </a:p>
        </p:txBody>
      </p:sp>
      <p:sp>
        <p:nvSpPr>
          <p:cNvPr id="32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443199E8-68A9-4546-8543-4915CC0C5410}"/>
              </a:ext>
            </a:extLst>
          </p:cNvPr>
          <p:cNvSpPr>
            <a:spLocks xmlns:a="http://schemas.openxmlformats.org/drawingml/2006/main" noGrp="1"/>
          </p:cNvSpPr>
          <p:nvPr>
            <p:ph type="pic" idx="63" hasCustomPrompt="1"/>
          </p:nvPr>
        </p:nvSpPr>
        <p:spPr>
          <a:xfrm xmlns:a="http://schemas.openxmlformats.org/drawingml/2006/main">
            <a:off x="6813642" y="2037611"/>
            <a:ext cx="1332000" cy="209720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27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0" lvl="0" algn="ctr">
              <a:buNone/>
            </a:pPr>
            <a:r>
              <a:t>Place Your Picture Here</a:t>
            </a:r>
            <a:endParaRPr/>
          </a:p>
        </p:txBody>
      </p:sp>
      <p:sp>
        <p:nvSpPr>
          <p:cNvPr id="34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7D111F3C-4DF5-4941-AC67-67B80936F5E9}"/>
              </a:ext>
            </a:extLst>
          </p:cNvPr>
          <p:cNvSpPr>
            <a:spLocks xmlns:a="http://schemas.openxmlformats.org/drawingml/2006/main" noGrp="1"/>
          </p:cNvSpPr>
          <p:nvPr>
            <p:ph type="pic" idx="67" hasCustomPrompt="1"/>
          </p:nvPr>
        </p:nvSpPr>
        <p:spPr>
          <a:xfrm xmlns:a="http://schemas.openxmlformats.org/drawingml/2006/main">
            <a:off x="9575208" y="2037611"/>
            <a:ext cx="1332000" cy="209720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270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marL="0" lvl="0" algn="ctr">
              <a:buNone/>
            </a:pPr>
            <a:r>
              <a:t>Place Your Picture Here</a:t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79E89AF0-20DB-46F0-9A15-2E35A3D0BF50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1223554" y="791473"/>
            <a:ext cx="4284617" cy="557449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905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r>
              <a:t>Place Your Picture Here And Send To Back</a:t>
            </a:r>
            <a:endParaRPr/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16A177AD-A22D-4DBB-BF10-A6EEBF4613E6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947954" y="791473"/>
            <a:ext cx="2577737" cy="25833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905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r>
              <a:t>Place Your Picture Here</a:t>
            </a:r>
            <a:endParaRPr/>
          </a:p>
        </p:txBody>
      </p:sp>
      <p:sp>
        <p:nvSpPr>
          <p:cNvPr id="4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9C037173-B5D0-413D-AC9E-FFD6E9E766FD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8965475" y="791473"/>
            <a:ext cx="2577737" cy="25833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905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r>
              <a:t>Place Your Picture Here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6_Contents slide layout">
    <p:bg>
      <p:bgPr>
        <a:blipFill xmlns:a="http://schemas.openxmlformats.org/drawingml/2006/main" rotWithShape="1">
          <a:blip xmlns:r="http://schemas.openxmlformats.org/officeDocument/2006/relationships" r:embed="R159ecce15c6e48a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preserve="1" userDrawn="1">
  <p:cSld name="7_Contents slide layout">
    <p:bg>
      <p:bgPr>
        <a:solidFill xmlns:a="http://schemas.openxmlformats.org/drawingml/2006/main">
          <a:schemeClr val="accent5">
            <a:lumMod val="50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7F9B499-92A2-4E7D-8966-0C284809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2710"/>
            <a:ext cx="12192000" cy="46925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83052E92-DCFE-4CC2-BDE0-E540E1CB28C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208315"/>
            <a:ext cx="12192000" cy="44413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905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r>
              <a:t>Place Your Picture Here And Send To Back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8_Contents slide layout">
    <p:bg>
      <p:bgPr>
        <a:blipFill xmlns:a="http://schemas.openxmlformats.org/drawingml/2006/main" rotWithShape="1">
          <a:blip xmlns:r="http://schemas.openxmlformats.org/officeDocument/2006/relationships" r:embed="R885b768d28f94ba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FF7BDD8C-DBA7-4764-A656-F9194271143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2785633" y="1708875"/>
            <a:ext cx="6624970" cy="2826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tIns="720000" anchor="ctr"/>
          <a:lstStyle xmlns:a="http://schemas.openxmlformats.org/drawingml/2006/main">
            <a:lvl1pPr marL="0" marR="0" indent="0" algn="ctr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defRPr sz="120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Your Image And Send To Back</a:t>
            </a:r>
            <a:endParaRPr/>
          </a:p>
        </p:txBody>
      </p:sp>
      <p:sp>
        <p:nvSpPr>
          <p:cNvPr id="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E88D4141-DDEB-40F4-B784-0C7E8499AC0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23529" y="339509"/>
            <a:ext cx="11573197" cy="724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BASIC LAYOUT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10_Contents slide layout">
    <p:bg>
      <p:bgPr>
        <a:blipFill xmlns:a="http://schemas.openxmlformats.org/drawingml/2006/main" rotWithShape="1">
          <a:blip xmlns:r="http://schemas.openxmlformats.org/officeDocument/2006/relationships" r:embed="R1958a542778c43a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8F181D7-1D78-4A9F-891E-7FF1339D8D0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015620" y="1422245"/>
            <a:ext cx="7176380" cy="46805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Your Picture Here </a:t>
            </a:r>
            <a:endParaRPr/>
          </a:p>
        </p:txBody>
      </p:sp>
      <p:sp>
        <p:nvSpPr>
          <p:cNvPr id="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CB2D35DD-3012-4060-B307-222D845BBC78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23529" y="339509"/>
            <a:ext cx="11573197" cy="724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BASIC LAYOUT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12_Contents slide layout">
    <p:bg>
      <p:bgPr>
        <a:blipFill xmlns:a="http://schemas.openxmlformats.org/drawingml/2006/main" rotWithShape="1">
          <a:blip xmlns:r="http://schemas.openxmlformats.org/officeDocument/2006/relationships" r:embed="Rf1b49064858349a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96F6EC6F-CD4C-4990-A245-26A2E187E70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835161" y="1953290"/>
            <a:ext cx="7356839" cy="21986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2540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FontTx/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Place Your Picture Here</a:t>
            </a:r>
            <a:endParaRPr/>
          </a:p>
        </p:txBody>
      </p:sp>
      <p:sp>
        <p:nvSpPr>
          <p:cNvPr id="5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3A2E5076-EB3B-4F2A-B1CA-DF4FCDC804C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323529" y="339509"/>
            <a:ext cx="11573197" cy="724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BASIC LAYOUT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4_Contents slide layout">
    <p:bg>
      <p:bgPr>
        <a:blipFill xmlns:a="http://schemas.openxmlformats.org/drawingml/2006/main" rotWithShape="1">
          <a:blip xmlns:r="http://schemas.openxmlformats.org/officeDocument/2006/relationships" r:embed="Rddd99e12c64a491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6.xml><?xml version="1.0" encoding="utf-8"?>
<p:sldLayout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2E3BCD6D-C303-4864-B3F7-57504C804BA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0"/>
            <a:ext cx="4068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marR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/>
            </a:lvl1pPr>
          </a:lstStyle>
          <a:p xmlns:a="http://schemas.openxmlformats.org/drawingml/2006/main">
            <a:r>
              <a:t>Insert Your Image And Send To Back</a:t>
            </a:r>
            <a:endParaRPr/>
          </a:p>
        </p:txBody>
      </p:sp>
      <p:sp>
        <p:nvSpPr>
          <p:cNvPr id="3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3467D47C-FBB8-4493-8D52-7F3F238780FB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068001" y="3429000"/>
            <a:ext cx="4068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marR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/>
            </a:lvl1pPr>
          </a:lstStyle>
          <a:p xmlns:a="http://schemas.openxmlformats.org/drawingml/2006/main">
            <a:r>
              <a:t>Insert Your Image And Send To Back</a:t>
            </a:r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17_Contents slide layout">
    <p:bg>
      <p:bgPr>
        <a:blipFill xmlns:a="http://schemas.openxmlformats.org/drawingml/2006/main" rotWithShape="1">
          <a:blip xmlns:r="http://schemas.openxmlformats.org/officeDocument/2006/relationships" r:embed="R787d196f6be041a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8.xml><?xml version="1.0" encoding="utf-8"?>
<p:sldLayout xmlns:p="http://schemas.openxmlformats.org/presentationml/2006/main" preserve="1" userDrawn="1">
  <p:cSld name="16_Contents slide layout">
    <p:bg>
      <p:bgPr>
        <a:blipFill xmlns:a="http://schemas.openxmlformats.org/drawingml/2006/main" rotWithShape="1">
          <a:blip xmlns:r="http://schemas.openxmlformats.org/officeDocument/2006/relationships" r:embed="Rea10748ed6c34e0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preserve="1" userDrawn="1">
  <p:cSld name="PNG sets layout">
    <p:bg>
      <p:bgPr>
        <a:blipFill xmlns:a="http://schemas.openxmlformats.org/drawingml/2006/main" rotWithShape="1">
          <a:blip xmlns:r="http://schemas.openxmlformats.org/officeDocument/2006/relationships" r:embed="R05e3823ff9c24a0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278792B8-7D35-4F48-B66B-5174C887468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23529" y="332482"/>
            <a:ext cx="11573197" cy="724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PNG &amp; Shapes Layout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1F7301F9-92EC-45C1-A30F-C326D558C05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23529" y="123478"/>
            <a:ext cx="11573197" cy="724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Icon Sets Layout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47025B2B-4448-49AF-B3EE-B5D1921A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10" y="1131591"/>
            <a:ext cx="3560767" cy="5402561"/>
          </a:xfrm>
          <a:prstGeom xmlns:a="http://schemas.openxmlformats.org/drawingml/2006/main" prst="roundRect">
            <a:avLst>
              <a:gd name="adj" fmla="val 3968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1"/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DE17E6DA-14DA-4A19-859B-A29E5F4D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33" y="1347500"/>
            <a:ext cx="153868" cy="5015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bg1">
              <a:alpha val="41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1">
              <a:solidFill>
                <a:schemeClr val="bg1"/>
              </a:solidFill>
            </a:endParaRPr>
          </a:p>
        </p:txBody>
      </p:sp>
      <p:sp>
        <p:nvSpPr>
          <p:cNvPr id="5" name="Half Frame 4">
            <a:extLst xmlns:a="http://schemas.openxmlformats.org/drawingml/2006/main">
              <a:ext uri="{FF2B5EF4-FFF2-40B4-BE49-F238E27FC236}">
                <a16:creationId xmlns:a16="http://schemas.microsoft.com/office/drawing/2014/main" id="{AD439D21-6F03-4F58-ADC1-5C253741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057177" y="1276653"/>
            <a:ext cx="685849" cy="685148"/>
          </a:xfrm>
          <a:prstGeom xmlns:a="http://schemas.openxmlformats.org/drawingml/2006/main" prst="halfFrame">
            <a:avLst>
              <a:gd name="adj1" fmla="val 23728"/>
              <a:gd name="adj2" fmla="val 24642"/>
            </a:avLst>
          </a:prstGeom>
          <a:solidFill xmlns:a="http://schemas.openxmlformats.org/drawingml/2006/main">
            <a:schemeClr val="bg1">
              <a:alpha val="23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04" y="1637214"/>
            <a:ext cx="223224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You can Resize without losing quality</a:t>
            </a:r>
            <a:endParaRPr sz="14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04" y="2127463"/>
            <a:ext cx="2232248" cy="738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You can Change Fill Color &amp;</a:t>
            </a:r>
          </a:p>
          <a:p xmlns:a="http://schemas.openxmlformats.org/drawingml/2006/main">
            <a:r>
              <a:rPr sz="1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Line Color</a:t>
            </a:r>
            <a:endParaRPr sz="14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29" y="5808438"/>
            <a:ext cx="22320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bg1"/>
                </a:solidFill>
                <a:latin typeface="Arial"/>
                <a:ea typeface="Arial"/>
                <a:cs typeface="Arial"/>
              </a:rPr>
              <a:t>www.allppt.com</a:t>
            </a:r>
            <a:endParaRPr sz="140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29" y="4450324"/>
            <a:ext cx="2717296" cy="138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FREE </a:t>
            </a:r>
          </a:p>
          <a:p xmlns:a="http://schemas.openxmlformats.org/drawingml/2006/main">
            <a:r>
              <a:rPr sz="2800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PPT TEMPLATES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Section Break Slide layout">
    <p:bg>
      <p:bgPr>
        <a:blipFill xmlns:a="http://schemas.openxmlformats.org/drawingml/2006/main" rotWithShape="1">
          <a:blip xmlns:r="http://schemas.openxmlformats.org/officeDocument/2006/relationships" r:embed="R94d98d8efef541f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059f496449494d" /><Relationship Type="http://schemas.openxmlformats.org/officeDocument/2006/relationships/slideLayout" Target="/ppt/slideLayouts/slideLayout1.xml" Id="Ra0edb18463e34e7a" /><Relationship Type="http://schemas.openxmlformats.org/officeDocument/2006/relationships/slideLayout" Target="/ppt/slideLayouts/slideLayout2.xml" Id="R0f04e0b758ac4c3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39867a46316488d" /><Relationship Type="http://schemas.openxmlformats.org/officeDocument/2006/relationships/slideLayout" Target="/ppt/slideLayouts/slideLayout3.xml" Id="R4ca5181d70f64a73" /><Relationship Type="http://schemas.openxmlformats.org/officeDocument/2006/relationships/slideLayout" Target="/ppt/slideLayouts/slideLayout4.xml" Id="R21e6fb7ef5f043c8" /><Relationship Type="http://schemas.openxmlformats.org/officeDocument/2006/relationships/slideLayout" Target="/ppt/slideLayouts/slideLayout5.xml" Id="R3443ec2550ec4d88" /><Relationship Type="http://schemas.openxmlformats.org/officeDocument/2006/relationships/slideLayout" Target="/ppt/slideLayouts/slideLayout6.xml" Id="R57518d1817634068" /><Relationship Type="http://schemas.openxmlformats.org/officeDocument/2006/relationships/slideLayout" Target="/ppt/slideLayouts/slideLayout7.xml" Id="Ra0c6967d2db94736" /><Relationship Type="http://schemas.openxmlformats.org/officeDocument/2006/relationships/slideLayout" Target="/ppt/slideLayouts/slideLayout8.xml" Id="Ra43692aa0b164045" /><Relationship Type="http://schemas.openxmlformats.org/officeDocument/2006/relationships/slideLayout" Target="/ppt/slideLayouts/slideLayout9.xml" Id="R50ce10c5794a4a25" /><Relationship Type="http://schemas.openxmlformats.org/officeDocument/2006/relationships/slideLayout" Target="/ppt/slideLayouts/slideLayout10.xml" Id="Ra6c43b3d253f4244" /><Relationship Type="http://schemas.openxmlformats.org/officeDocument/2006/relationships/slideLayout" Target="/ppt/slideLayouts/slideLayout11.xml" Id="R399906ac97074981" /><Relationship Type="http://schemas.openxmlformats.org/officeDocument/2006/relationships/slideLayout" Target="/ppt/slideLayouts/slideLayout12.xml" Id="Rffafd448df854c50" /><Relationship Type="http://schemas.openxmlformats.org/officeDocument/2006/relationships/slideLayout" Target="/ppt/slideLayouts/slideLayout13.xml" Id="R24fd6448e81c41e8" /><Relationship Type="http://schemas.openxmlformats.org/officeDocument/2006/relationships/slideLayout" Target="/ppt/slideLayouts/slideLayout14.xml" Id="Rfb917035a12a4c8c" /><Relationship Type="http://schemas.openxmlformats.org/officeDocument/2006/relationships/slideLayout" Target="/ppt/slideLayouts/slideLayout15.xml" Id="R16e31090d15d4055" /><Relationship Type="http://schemas.openxmlformats.org/officeDocument/2006/relationships/slideLayout" Target="/ppt/slideLayouts/slideLayout16.xml" Id="R18edcbf21bbb49f7" /><Relationship Type="http://schemas.openxmlformats.org/officeDocument/2006/relationships/slideLayout" Target="/ppt/slideLayouts/slideLayout17.xml" Id="Rde75902d73784e38" /><Relationship Type="http://schemas.openxmlformats.org/officeDocument/2006/relationships/slideLayout" Target="/ppt/slideLayouts/slideLayout18.xml" Id="Rc371f1531136478f" /><Relationship Type="http://schemas.openxmlformats.org/officeDocument/2006/relationships/slideLayout" Target="/ppt/slideLayouts/slideLayout19.xml" Id="Rdf6d87c748f6497d" /><Relationship Type="http://schemas.openxmlformats.org/officeDocument/2006/relationships/slideLayout" Target="/ppt/slideLayouts/slideLayout20.xml" Id="Rbd4f6c90442f4346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d93340cf78154f63" /><Relationship Type="http://schemas.openxmlformats.org/officeDocument/2006/relationships/slideLayout" Target="/ppt/slideLayouts/slideLayout21.xml" Id="R2dc496779e5e449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edb18463e34e7a"/>
    <p:sldLayoutId xmlns:r="http://schemas.openxmlformats.org/officeDocument/2006/relationships" id="2147483650" r:id="R0f04e0b758ac4c33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2" r:id="R4ca5181d70f64a73"/>
    <p:sldLayoutId xmlns:r="http://schemas.openxmlformats.org/officeDocument/2006/relationships" id="2147483653" r:id="R21e6fb7ef5f043c8"/>
    <p:sldLayoutId xmlns:r="http://schemas.openxmlformats.org/officeDocument/2006/relationships" id="2147483654" r:id="R3443ec2550ec4d88"/>
    <p:sldLayoutId xmlns:r="http://schemas.openxmlformats.org/officeDocument/2006/relationships" id="2147483655" r:id="R57518d1817634068"/>
    <p:sldLayoutId xmlns:r="http://schemas.openxmlformats.org/officeDocument/2006/relationships" id="2147483656" r:id="Ra0c6967d2db94736"/>
    <p:sldLayoutId xmlns:r="http://schemas.openxmlformats.org/officeDocument/2006/relationships" id="2147483657" r:id="Ra43692aa0b164045"/>
    <p:sldLayoutId xmlns:r="http://schemas.openxmlformats.org/officeDocument/2006/relationships" id="2147483658" r:id="R50ce10c5794a4a25"/>
    <p:sldLayoutId xmlns:r="http://schemas.openxmlformats.org/officeDocument/2006/relationships" id="2147483659" r:id="Ra6c43b3d253f4244"/>
    <p:sldLayoutId xmlns:r="http://schemas.openxmlformats.org/officeDocument/2006/relationships" id="2147483660" r:id="R399906ac97074981"/>
    <p:sldLayoutId xmlns:r="http://schemas.openxmlformats.org/officeDocument/2006/relationships" id="2147483661" r:id="Rffafd448df854c50"/>
    <p:sldLayoutId xmlns:r="http://schemas.openxmlformats.org/officeDocument/2006/relationships" id="2147483662" r:id="R24fd6448e81c41e8"/>
    <p:sldLayoutId xmlns:r="http://schemas.openxmlformats.org/officeDocument/2006/relationships" id="2147483663" r:id="Rfb917035a12a4c8c"/>
    <p:sldLayoutId xmlns:r="http://schemas.openxmlformats.org/officeDocument/2006/relationships" id="2147483664" r:id="R16e31090d15d4055"/>
    <p:sldLayoutId xmlns:r="http://schemas.openxmlformats.org/officeDocument/2006/relationships" id="2147483665" r:id="R18edcbf21bbb49f7"/>
    <p:sldLayoutId xmlns:r="http://schemas.openxmlformats.org/officeDocument/2006/relationships" id="2147483666" r:id="Rde75902d73784e38"/>
    <p:sldLayoutId xmlns:r="http://schemas.openxmlformats.org/officeDocument/2006/relationships" id="2147483667" r:id="Rc371f1531136478f"/>
    <p:sldLayoutId xmlns:r="http://schemas.openxmlformats.org/officeDocument/2006/relationships" id="2147483668" r:id="Rdf6d87c748f6497d"/>
    <p:sldLayoutId xmlns:r="http://schemas.openxmlformats.org/officeDocument/2006/relationships" id="2147483669" r:id="Rbd4f6c90442f4346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1" r:id="R2dc496779e5e4495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over and End Slide Master">
  <a:themeElements>
    <a:clrScheme name="ALLPPT-1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0D23F"/>
      </a:accent1>
      <a:accent2>
        <a:srgbClr val="F79465"/>
      </a:accent2>
      <a:accent3>
        <a:srgbClr val="ED3B55"/>
      </a:accent3>
      <a:accent4>
        <a:srgbClr val="54CBA0"/>
      </a:accent4>
      <a:accent5>
        <a:srgbClr val="78AAE1"/>
      </a:accent5>
      <a:accent6>
        <a:srgbClr val="77DBE1"/>
      </a:accent6>
      <a:hlink>
        <a:srgbClr val="FFFFFF"/>
      </a:hlink>
      <a:folHlink>
        <a:srgbClr val="800080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ALLPPT-12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ontents Slide Master">
  <a:themeElements>
    <a:clrScheme name="ALLPPT-1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0D23F"/>
      </a:accent1>
      <a:accent2>
        <a:srgbClr val="F79465"/>
      </a:accent2>
      <a:accent3>
        <a:srgbClr val="ED3B55"/>
      </a:accent3>
      <a:accent4>
        <a:srgbClr val="54CBA0"/>
      </a:accent4>
      <a:accent5>
        <a:srgbClr val="78AAE1"/>
      </a:accent5>
      <a:accent6>
        <a:srgbClr val="77DBE1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ALLPPT-12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Section Break Slide Master">
  <a:themeElements>
    <a:clrScheme name="ALLPPT-628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ALLPPT-62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b69329ad84f25" /><Relationship Type="http://schemas.openxmlformats.org/officeDocument/2006/relationships/hyperlink" Target="http://www.free-powerpoint-templates-design.com/" TargetMode="External" Id="R3ecfe7749395420c" /><Relationship Type="http://schemas.openxmlformats.org/officeDocument/2006/relationships/hyperlink" Target="http://www.free-powerpoint-templates-design.com/" TargetMode="External" Id="R4d2d6b4ac32f44b6" /><Relationship Type="http://schemas.openxmlformats.org/officeDocument/2006/relationships/notesSlide" Target="/ppt/notesSlides/notesSlide1.xml" Id="R6868cc72ddcf46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9aa070a04f34425" /><Relationship Type="http://schemas.openxmlformats.org/officeDocument/2006/relationships/notesSlide" Target="/ppt/notesSlides/notesSlide2.xml" Id="R8636109b167847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3a2258fb46ad44c7" /><Relationship Type="http://schemas.openxmlformats.org/officeDocument/2006/relationships/notesSlide" Target="/ppt/notesSlides/notesSlide3.xml" Id="R914d1629408549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280f0fedd524786" /><Relationship Type="http://schemas.openxmlformats.org/officeDocument/2006/relationships/notesSlide" Target="/ppt/notesSlides/notesSlide4.xml" Id="R0e529f6176f24e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a6ce1dcaa2541b4" /><Relationship Type="http://schemas.openxmlformats.org/officeDocument/2006/relationships/notesSlide" Target="/ppt/notesSlides/notesSlide5.xml" Id="Rba307d91834446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4dfb483a08684659" /><Relationship Type="http://schemas.openxmlformats.org/officeDocument/2006/relationships/notesSlide" Target="/ppt/notesSlides/notesSlide6.xml" Id="R4580f2adb4c841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201d0f3a5934fba" /><Relationship Type="http://schemas.openxmlformats.org/officeDocument/2006/relationships/notesSlide" Target="/ppt/notesSlides/notesSlide7.xml" Id="R63ce0e30a6f343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44e77453f8e4e9c" /><Relationship Type="http://schemas.openxmlformats.org/officeDocument/2006/relationships/notesSlide" Target="/ppt/notesSlides/notesSlide8.xml" Id="R55616f61575547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b9128ce28cb4ada" /><Relationship Type="http://schemas.openxmlformats.org/officeDocument/2006/relationships/notesSlide" Target="/ppt/notesSlides/notesSlide9.xml" Id="R1971a4dfd1e540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57e27ba28245bc" /><Relationship Type="http://schemas.openxmlformats.org/officeDocument/2006/relationships/notesSlide" Target="/ppt/notesSlides/notesSlide10.xml" Id="R5015007b48344d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690a6b7a8e14e78" /><Relationship Type="http://schemas.openxmlformats.org/officeDocument/2006/relationships/notesSlide" Target="/ppt/notesSlides/notesSlide11.xml" Id="R507d7a0af6f14b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4ab9de3b24541f4" /><Relationship Type="http://schemas.openxmlformats.org/officeDocument/2006/relationships/notesSlide" Target="/ppt/notesSlides/notesSlide12.xml" Id="Rdfa3f0a13c9e4a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a9fd2584d954938" /><Relationship Type="http://schemas.openxmlformats.org/officeDocument/2006/relationships/notesSlide" Target="/ppt/notesSlides/notesSlide13.xml" Id="R17fef5aa10b347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deb816f34554f58" /><Relationship Type="http://schemas.openxmlformats.org/officeDocument/2006/relationships/notesSlide" Target="/ppt/notesSlides/notesSlide14.xml" Id="R150bf3c77fea47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fb66aa49d5a4817" /><Relationship Type="http://schemas.openxmlformats.org/officeDocument/2006/relationships/notesSlide" Target="/ppt/notesSlides/notesSlide15.xml" Id="Rfd02d0c44fb044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137f191a1fa4ce7" /><Relationship Type="http://schemas.openxmlformats.org/officeDocument/2006/relationships/notesSlide" Target="/ppt/notesSlides/notesSlide16.xml" Id="Rf374f988c70d421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64e0d5bc5b64d20" /><Relationship Type="http://schemas.openxmlformats.org/officeDocument/2006/relationships/notesSlide" Target="/ppt/notesSlides/notesSlide17.xml" Id="R8860c92fe9b5475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66d6b44a76314857" /><Relationship Type="http://schemas.openxmlformats.org/officeDocument/2006/relationships/notesSlide" Target="/ppt/notesSlides/notesSlide18.xml" Id="R0df57266a8b3461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4663150494838" /><Relationship Type="http://schemas.openxmlformats.org/officeDocument/2006/relationships/notesSlide" Target="/ppt/notesSlides/notesSlide19.xml" Id="Rc1431d1f52a74bf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3a35bea7d8a4589" /><Relationship Type="http://schemas.openxmlformats.org/officeDocument/2006/relationships/notesSlide" Target="/ppt/notesSlides/notesSlide20.xml" Id="Ra049cf798ac9442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c63092387b904e4d" /><Relationship Type="http://schemas.openxmlformats.org/officeDocument/2006/relationships/notesSlide" Target="/ppt/notesSlides/notesSlide21.xml" Id="R2a27cf26590246f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55f3e09ff074740" /><Relationship Type="http://schemas.openxmlformats.org/officeDocument/2006/relationships/notesSlide" Target="/ppt/notesSlides/notesSlide22.xml" Id="R3673c3ad6f7341c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7a7f2cb0bb94d83" /><Relationship Type="http://schemas.openxmlformats.org/officeDocument/2006/relationships/notesSlide" Target="/ppt/notesSlides/notesSlide23.xml" Id="R05f059e81f404e6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3f9be2e2b3c248cb" /><Relationship Type="http://schemas.openxmlformats.org/officeDocument/2006/relationships/notesSlide" Target="/ppt/notesSlides/notesSlide24.xml" Id="R0bd5589fd5904e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Box 22">
            <a:hlinkClick xmlns:r="http://schemas.openxmlformats.org/officeDocument/2006/relationships" xmlns:a="http://schemas.openxmlformats.org/drawingml/2006/main" r:id="R3ecfe7749395420c"/>
            <a:extLst xmlns:a="http://schemas.openxmlformats.org/drawingml/2006/main">
              <a:ext uri="{FF2B5EF4-FFF2-40B4-BE49-F238E27FC236}">
                <a16:creationId xmlns:a16="http://schemas.microsoft.com/office/drawing/2014/main" id="{D6A79285-3107-4BC0-8875-8EF27C57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468" y="6117628"/>
            <a:ext cx="5286101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bg1"/>
                </a:solidFill>
                <a:hlinkClick xmlns:r="http://schemas.openxmlformats.org/officeDocument/2006/relationships" r:id="R4d2d6b4ac32f44b6"/>
              </a:rPr>
              <a:t/>
            </a:r>
            <a:endParaRPr sz="100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8B135A4-E404-492F-A148-A6DA3E19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467" y="3130359"/>
            <a:ext cx="5286102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r>
              <a:rPr sz="5400">
                <a:solidFill>
                  <a:schemeClr val="bg1"/>
                </a:solidFill>
                <a:latin typeface="+mj-lt"/>
                <a:ea typeface="+mj-lt"/>
                <a:cs typeface="+mj-lt"/>
              </a:rPr>
              <a:t/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E40B7C1A-C50C-404D-A7B2-1762B76D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467" y="5715682"/>
            <a:ext cx="5286102" cy="37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r>
              <a:rPr sz="1867">
                <a:solidFill>
                  <a:schemeClr val="bg1"/>
                </a:solidFill>
              </a:rPr>
              <a:t/>
            </a:r>
            <a:endParaRPr sz="1867">
              <a:solidFill>
                <a:schemeClr val="bg1"/>
              </a:solidFill>
            </a:endParaRPr>
          </a:p>
        </p:txBody>
      </p:sp>
      <p:sp>
        <p:nvSpPr>
          <p:cNvPr id="36" name="자유형: 도형 35">
            <a:extLst xmlns:a="http://schemas.openxmlformats.org/drawingml/2006/main">
              <a:ext uri="{FF2B5EF4-FFF2-40B4-BE49-F238E27FC236}">
                <a16:creationId xmlns:a16="http://schemas.microsoft.com/office/drawing/2014/main" id="{3A81106C-4A25-414A-B03C-328D3D3E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67" y="512930"/>
            <a:ext cx="1684599" cy="432917"/>
          </a:xfrm>
          <a:custGeom xmlns:a="http://schemas.openxmlformats.org/drawingml/2006/main">
            <a:gdLst>
              <a:gd name="connsiteX0" fmla="*/ 1270457 w 1684599"/>
              <a:gd name="connsiteY0" fmla="*/ 318010 h 432917"/>
              <a:gd name="connsiteX1" fmla="*/ 1282754 w 1684599"/>
              <a:gd name="connsiteY1" fmla="*/ 318010 h 432917"/>
              <a:gd name="connsiteX2" fmla="*/ 1282754 w 1684599"/>
              <a:gd name="connsiteY2" fmla="*/ 328456 h 432917"/>
              <a:gd name="connsiteX3" fmla="*/ 1270457 w 1684599"/>
              <a:gd name="connsiteY3" fmla="*/ 328456 h 432917"/>
              <a:gd name="connsiteX4" fmla="*/ 1388670 w 1684599"/>
              <a:gd name="connsiteY4" fmla="*/ 282441 h 432917"/>
              <a:gd name="connsiteX5" fmla="*/ 1375712 w 1684599"/>
              <a:gd name="connsiteY5" fmla="*/ 287069 h 432917"/>
              <a:gd name="connsiteX6" fmla="*/ 1370819 w 1684599"/>
              <a:gd name="connsiteY6" fmla="*/ 301217 h 432917"/>
              <a:gd name="connsiteX7" fmla="*/ 1375844 w 1684599"/>
              <a:gd name="connsiteY7" fmla="*/ 315234 h 432917"/>
              <a:gd name="connsiteX8" fmla="*/ 1388670 w 1684599"/>
              <a:gd name="connsiteY8" fmla="*/ 319994 h 432917"/>
              <a:gd name="connsiteX9" fmla="*/ 1401364 w 1684599"/>
              <a:gd name="connsiteY9" fmla="*/ 315234 h 432917"/>
              <a:gd name="connsiteX10" fmla="*/ 1406389 w 1684599"/>
              <a:gd name="connsiteY10" fmla="*/ 300953 h 432917"/>
              <a:gd name="connsiteX11" fmla="*/ 1401496 w 1684599"/>
              <a:gd name="connsiteY11" fmla="*/ 286937 h 432917"/>
              <a:gd name="connsiteX12" fmla="*/ 1388670 w 1684599"/>
              <a:gd name="connsiteY12" fmla="*/ 282441 h 432917"/>
              <a:gd name="connsiteX13" fmla="*/ 1425033 w 1684599"/>
              <a:gd name="connsiteY13" fmla="*/ 273846 h 432917"/>
              <a:gd name="connsiteX14" fmla="*/ 1444339 w 1684599"/>
              <a:gd name="connsiteY14" fmla="*/ 273846 h 432917"/>
              <a:gd name="connsiteX15" fmla="*/ 1455975 w 1684599"/>
              <a:gd name="connsiteY15" fmla="*/ 311134 h 432917"/>
              <a:gd name="connsiteX16" fmla="*/ 1467479 w 1684599"/>
              <a:gd name="connsiteY16" fmla="*/ 273846 h 432917"/>
              <a:gd name="connsiteX17" fmla="*/ 1486916 w 1684599"/>
              <a:gd name="connsiteY17" fmla="*/ 273846 h 432917"/>
              <a:gd name="connsiteX18" fmla="*/ 1486916 w 1684599"/>
              <a:gd name="connsiteY18" fmla="*/ 328456 h 432917"/>
              <a:gd name="connsiteX19" fmla="*/ 1474883 w 1684599"/>
              <a:gd name="connsiteY19" fmla="*/ 328456 h 432917"/>
              <a:gd name="connsiteX20" fmla="*/ 1474883 w 1684599"/>
              <a:gd name="connsiteY20" fmla="*/ 285482 h 432917"/>
              <a:gd name="connsiteX21" fmla="*/ 1462190 w 1684599"/>
              <a:gd name="connsiteY21" fmla="*/ 328456 h 432917"/>
              <a:gd name="connsiteX22" fmla="*/ 1449760 w 1684599"/>
              <a:gd name="connsiteY22" fmla="*/ 328456 h 432917"/>
              <a:gd name="connsiteX23" fmla="*/ 1437066 w 1684599"/>
              <a:gd name="connsiteY23" fmla="*/ 285482 h 432917"/>
              <a:gd name="connsiteX24" fmla="*/ 1437066 w 1684599"/>
              <a:gd name="connsiteY24" fmla="*/ 328456 h 432917"/>
              <a:gd name="connsiteX25" fmla="*/ 1425033 w 1684599"/>
              <a:gd name="connsiteY25" fmla="*/ 328456 h 432917"/>
              <a:gd name="connsiteX26" fmla="*/ 1388538 w 1684599"/>
              <a:gd name="connsiteY26" fmla="*/ 272920 h 432917"/>
              <a:gd name="connsiteX27" fmla="*/ 1411149 w 1684599"/>
              <a:gd name="connsiteY27" fmla="*/ 280457 h 432917"/>
              <a:gd name="connsiteX28" fmla="*/ 1419612 w 1684599"/>
              <a:gd name="connsiteY28" fmla="*/ 301217 h 432917"/>
              <a:gd name="connsiteX29" fmla="*/ 1411149 w 1684599"/>
              <a:gd name="connsiteY29" fmla="*/ 321845 h 432917"/>
              <a:gd name="connsiteX30" fmla="*/ 1388538 w 1684599"/>
              <a:gd name="connsiteY30" fmla="*/ 329250 h 432917"/>
              <a:gd name="connsiteX31" fmla="*/ 1365795 w 1684599"/>
              <a:gd name="connsiteY31" fmla="*/ 321845 h 432917"/>
              <a:gd name="connsiteX32" fmla="*/ 1357332 w 1684599"/>
              <a:gd name="connsiteY32" fmla="*/ 301350 h 432917"/>
              <a:gd name="connsiteX33" fmla="*/ 1360241 w 1684599"/>
              <a:gd name="connsiteY33" fmla="*/ 287333 h 432917"/>
              <a:gd name="connsiteX34" fmla="*/ 1366191 w 1684599"/>
              <a:gd name="connsiteY34" fmla="*/ 279796 h 432917"/>
              <a:gd name="connsiteX35" fmla="*/ 1374522 w 1684599"/>
              <a:gd name="connsiteY35" fmla="*/ 274904 h 432917"/>
              <a:gd name="connsiteX36" fmla="*/ 1388538 w 1684599"/>
              <a:gd name="connsiteY36" fmla="*/ 272920 h 432917"/>
              <a:gd name="connsiteX37" fmla="*/ 1322688 w 1684599"/>
              <a:gd name="connsiteY37" fmla="*/ 272920 h 432917"/>
              <a:gd name="connsiteX38" fmla="*/ 1341729 w 1684599"/>
              <a:gd name="connsiteY38" fmla="*/ 278871 h 432917"/>
              <a:gd name="connsiteX39" fmla="*/ 1348340 w 1684599"/>
              <a:gd name="connsiteY39" fmla="*/ 288920 h 432917"/>
              <a:gd name="connsiteX40" fmla="*/ 1335514 w 1684599"/>
              <a:gd name="connsiteY40" fmla="*/ 291565 h 432917"/>
              <a:gd name="connsiteX41" fmla="*/ 1330754 w 1684599"/>
              <a:gd name="connsiteY41" fmla="*/ 284821 h 432917"/>
              <a:gd name="connsiteX42" fmla="*/ 1322027 w 1684599"/>
              <a:gd name="connsiteY42" fmla="*/ 282309 h 432917"/>
              <a:gd name="connsiteX43" fmla="*/ 1310523 w 1684599"/>
              <a:gd name="connsiteY43" fmla="*/ 286672 h 432917"/>
              <a:gd name="connsiteX44" fmla="*/ 1306027 w 1684599"/>
              <a:gd name="connsiteY44" fmla="*/ 300821 h 432917"/>
              <a:gd name="connsiteX45" fmla="*/ 1310390 w 1684599"/>
              <a:gd name="connsiteY45" fmla="*/ 315630 h 432917"/>
              <a:gd name="connsiteX46" fmla="*/ 1321762 w 1684599"/>
              <a:gd name="connsiteY46" fmla="*/ 319994 h 432917"/>
              <a:gd name="connsiteX47" fmla="*/ 1330622 w 1684599"/>
              <a:gd name="connsiteY47" fmla="*/ 317217 h 432917"/>
              <a:gd name="connsiteX48" fmla="*/ 1335911 w 1684599"/>
              <a:gd name="connsiteY48" fmla="*/ 308490 h 432917"/>
              <a:gd name="connsiteX49" fmla="*/ 1348472 w 1684599"/>
              <a:gd name="connsiteY49" fmla="*/ 311928 h 432917"/>
              <a:gd name="connsiteX50" fmla="*/ 1338820 w 1684599"/>
              <a:gd name="connsiteY50" fmla="*/ 325151 h 432917"/>
              <a:gd name="connsiteX51" fmla="*/ 1321762 w 1684599"/>
              <a:gd name="connsiteY51" fmla="*/ 329514 h 432917"/>
              <a:gd name="connsiteX52" fmla="*/ 1300738 w 1684599"/>
              <a:gd name="connsiteY52" fmla="*/ 322109 h 432917"/>
              <a:gd name="connsiteX53" fmla="*/ 1292540 w 1684599"/>
              <a:gd name="connsiteY53" fmla="*/ 301746 h 432917"/>
              <a:gd name="connsiteX54" fmla="*/ 1300738 w 1684599"/>
              <a:gd name="connsiteY54" fmla="*/ 280590 h 432917"/>
              <a:gd name="connsiteX55" fmla="*/ 1322688 w 1684599"/>
              <a:gd name="connsiteY55" fmla="*/ 272920 h 432917"/>
              <a:gd name="connsiteX56" fmla="*/ 1016180 w 1684599"/>
              <a:gd name="connsiteY56" fmla="*/ 134080 h 432917"/>
              <a:gd name="connsiteX57" fmla="*/ 1016180 w 1684599"/>
              <a:gd name="connsiteY57" fmla="*/ 200723 h 432917"/>
              <a:gd name="connsiteX58" fmla="*/ 1039055 w 1684599"/>
              <a:gd name="connsiteY58" fmla="*/ 200723 h 432917"/>
              <a:gd name="connsiteX59" fmla="*/ 1072113 w 1684599"/>
              <a:gd name="connsiteY59" fmla="*/ 197021 h 432917"/>
              <a:gd name="connsiteX60" fmla="*/ 1085203 w 1684599"/>
              <a:gd name="connsiteY60" fmla="*/ 185517 h 432917"/>
              <a:gd name="connsiteX61" fmla="*/ 1089964 w 1684599"/>
              <a:gd name="connsiteY61" fmla="*/ 167269 h 432917"/>
              <a:gd name="connsiteX62" fmla="*/ 1083352 w 1684599"/>
              <a:gd name="connsiteY62" fmla="*/ 146113 h 432917"/>
              <a:gd name="connsiteX63" fmla="*/ 1066559 w 1684599"/>
              <a:gd name="connsiteY63" fmla="*/ 135667 h 432917"/>
              <a:gd name="connsiteX64" fmla="*/ 1036411 w 1684599"/>
              <a:gd name="connsiteY64" fmla="*/ 134080 h 432917"/>
              <a:gd name="connsiteX65" fmla="*/ 822993 w 1684599"/>
              <a:gd name="connsiteY65" fmla="*/ 134080 h 432917"/>
              <a:gd name="connsiteX66" fmla="*/ 822993 w 1684599"/>
              <a:gd name="connsiteY66" fmla="*/ 200723 h 432917"/>
              <a:gd name="connsiteX67" fmla="*/ 845869 w 1684599"/>
              <a:gd name="connsiteY67" fmla="*/ 200723 h 432917"/>
              <a:gd name="connsiteX68" fmla="*/ 878926 w 1684599"/>
              <a:gd name="connsiteY68" fmla="*/ 197021 h 432917"/>
              <a:gd name="connsiteX69" fmla="*/ 892017 w 1684599"/>
              <a:gd name="connsiteY69" fmla="*/ 185517 h 432917"/>
              <a:gd name="connsiteX70" fmla="*/ 896777 w 1684599"/>
              <a:gd name="connsiteY70" fmla="*/ 167269 h 432917"/>
              <a:gd name="connsiteX71" fmla="*/ 890166 w 1684599"/>
              <a:gd name="connsiteY71" fmla="*/ 146113 h 432917"/>
              <a:gd name="connsiteX72" fmla="*/ 873373 w 1684599"/>
              <a:gd name="connsiteY72" fmla="*/ 135667 h 432917"/>
              <a:gd name="connsiteX73" fmla="*/ 843224 w 1684599"/>
              <a:gd name="connsiteY73" fmla="*/ 134080 h 432917"/>
              <a:gd name="connsiteX74" fmla="*/ 626501 w 1684599"/>
              <a:gd name="connsiteY74" fmla="*/ 103271 h 432917"/>
              <a:gd name="connsiteX75" fmla="*/ 645278 w 1684599"/>
              <a:gd name="connsiteY75" fmla="*/ 103800 h 432917"/>
              <a:gd name="connsiteX76" fmla="*/ 640121 w 1684599"/>
              <a:gd name="connsiteY76" fmla="*/ 319994 h 432917"/>
              <a:gd name="connsiteX77" fmla="*/ 743524 w 1684599"/>
              <a:gd name="connsiteY77" fmla="*/ 319994 h 432917"/>
              <a:gd name="connsiteX78" fmla="*/ 743524 w 1684599"/>
              <a:gd name="connsiteY78" fmla="*/ 338902 h 432917"/>
              <a:gd name="connsiteX79" fmla="*/ 620948 w 1684599"/>
              <a:gd name="connsiteY79" fmla="*/ 338902 h 432917"/>
              <a:gd name="connsiteX80" fmla="*/ 475496 w 1684599"/>
              <a:gd name="connsiteY80" fmla="*/ 103271 h 432917"/>
              <a:gd name="connsiteX81" fmla="*/ 494272 w 1684599"/>
              <a:gd name="connsiteY81" fmla="*/ 103800 h 432917"/>
              <a:gd name="connsiteX82" fmla="*/ 489644 w 1684599"/>
              <a:gd name="connsiteY82" fmla="*/ 319994 h 432917"/>
              <a:gd name="connsiteX83" fmla="*/ 583527 w 1684599"/>
              <a:gd name="connsiteY83" fmla="*/ 319994 h 432917"/>
              <a:gd name="connsiteX84" fmla="*/ 583527 w 1684599"/>
              <a:gd name="connsiteY84" fmla="*/ 338902 h 432917"/>
              <a:gd name="connsiteX85" fmla="*/ 470339 w 1684599"/>
              <a:gd name="connsiteY85" fmla="*/ 338902 h 432917"/>
              <a:gd name="connsiteX86" fmla="*/ 340754 w 1684599"/>
              <a:gd name="connsiteY86" fmla="*/ 103271 h 432917"/>
              <a:gd name="connsiteX87" fmla="*/ 441645 w 1684599"/>
              <a:gd name="connsiteY87" fmla="*/ 332422 h 432917"/>
              <a:gd name="connsiteX88" fmla="*/ 424191 w 1684599"/>
              <a:gd name="connsiteY88" fmla="*/ 338902 h 432917"/>
              <a:gd name="connsiteX89" fmla="*/ 341019 w 1684599"/>
              <a:gd name="connsiteY89" fmla="*/ 150226 h 432917"/>
              <a:gd name="connsiteX90" fmla="*/ 262871 w 1684599"/>
              <a:gd name="connsiteY90" fmla="*/ 334133 h 432917"/>
              <a:gd name="connsiteX91" fmla="*/ 245285 w 1684599"/>
              <a:gd name="connsiteY91" fmla="*/ 327653 h 432917"/>
              <a:gd name="connsiteX92" fmla="*/ 1152640 w 1684599"/>
              <a:gd name="connsiteY92" fmla="*/ 94147 h 432917"/>
              <a:gd name="connsiteX93" fmla="*/ 1317530 w 1684599"/>
              <a:gd name="connsiteY93" fmla="*/ 94147 h 432917"/>
              <a:gd name="connsiteX94" fmla="*/ 1317530 w 1684599"/>
              <a:gd name="connsiteY94" fmla="*/ 133948 h 432917"/>
              <a:gd name="connsiteX95" fmla="*/ 1256176 w 1684599"/>
              <a:gd name="connsiteY95" fmla="*/ 133948 h 432917"/>
              <a:gd name="connsiteX96" fmla="*/ 1256176 w 1684599"/>
              <a:gd name="connsiteY96" fmla="*/ 329514 h 432917"/>
              <a:gd name="connsiteX97" fmla="*/ 1214259 w 1684599"/>
              <a:gd name="connsiteY97" fmla="*/ 329514 h 432917"/>
              <a:gd name="connsiteX98" fmla="*/ 1214259 w 1684599"/>
              <a:gd name="connsiteY98" fmla="*/ 133948 h 432917"/>
              <a:gd name="connsiteX99" fmla="*/ 1152640 w 1684599"/>
              <a:gd name="connsiteY99" fmla="*/ 133948 h 432917"/>
              <a:gd name="connsiteX100" fmla="*/ 974396 w 1684599"/>
              <a:gd name="connsiteY100" fmla="*/ 94147 h 432917"/>
              <a:gd name="connsiteX101" fmla="*/ 1041568 w 1684599"/>
              <a:gd name="connsiteY101" fmla="*/ 94147 h 432917"/>
              <a:gd name="connsiteX102" fmla="*/ 1091418 w 1684599"/>
              <a:gd name="connsiteY102" fmla="*/ 97717 h 432917"/>
              <a:gd name="connsiteX103" fmla="*/ 1121302 w 1684599"/>
              <a:gd name="connsiteY103" fmla="*/ 120725 h 432917"/>
              <a:gd name="connsiteX104" fmla="*/ 1133335 w 1684599"/>
              <a:gd name="connsiteY104" fmla="*/ 166608 h 432917"/>
              <a:gd name="connsiteX105" fmla="*/ 1126459 w 1684599"/>
              <a:gd name="connsiteY105" fmla="*/ 203103 h 432917"/>
              <a:gd name="connsiteX106" fmla="*/ 1108872 w 1684599"/>
              <a:gd name="connsiteY106" fmla="*/ 226243 h 432917"/>
              <a:gd name="connsiteX107" fmla="*/ 1087187 w 1684599"/>
              <a:gd name="connsiteY107" fmla="*/ 237350 h 432917"/>
              <a:gd name="connsiteX108" fmla="*/ 1043684 w 1684599"/>
              <a:gd name="connsiteY108" fmla="*/ 240656 h 432917"/>
              <a:gd name="connsiteX109" fmla="*/ 1016312 w 1684599"/>
              <a:gd name="connsiteY109" fmla="*/ 240656 h 432917"/>
              <a:gd name="connsiteX110" fmla="*/ 1016312 w 1684599"/>
              <a:gd name="connsiteY110" fmla="*/ 329382 h 432917"/>
              <a:gd name="connsiteX111" fmla="*/ 974396 w 1684599"/>
              <a:gd name="connsiteY111" fmla="*/ 329382 h 432917"/>
              <a:gd name="connsiteX112" fmla="*/ 781077 w 1684599"/>
              <a:gd name="connsiteY112" fmla="*/ 94147 h 432917"/>
              <a:gd name="connsiteX113" fmla="*/ 848249 w 1684599"/>
              <a:gd name="connsiteY113" fmla="*/ 94147 h 432917"/>
              <a:gd name="connsiteX114" fmla="*/ 898099 w 1684599"/>
              <a:gd name="connsiteY114" fmla="*/ 97717 h 432917"/>
              <a:gd name="connsiteX115" fmla="*/ 927983 w 1684599"/>
              <a:gd name="connsiteY115" fmla="*/ 120725 h 432917"/>
              <a:gd name="connsiteX116" fmla="*/ 940016 w 1684599"/>
              <a:gd name="connsiteY116" fmla="*/ 166608 h 432917"/>
              <a:gd name="connsiteX117" fmla="*/ 933140 w 1684599"/>
              <a:gd name="connsiteY117" fmla="*/ 203103 h 432917"/>
              <a:gd name="connsiteX118" fmla="*/ 915554 w 1684599"/>
              <a:gd name="connsiteY118" fmla="*/ 226243 h 432917"/>
              <a:gd name="connsiteX119" fmla="*/ 893868 w 1684599"/>
              <a:gd name="connsiteY119" fmla="*/ 237350 h 432917"/>
              <a:gd name="connsiteX120" fmla="*/ 850365 w 1684599"/>
              <a:gd name="connsiteY120" fmla="*/ 240656 h 432917"/>
              <a:gd name="connsiteX121" fmla="*/ 822993 w 1684599"/>
              <a:gd name="connsiteY121" fmla="*/ 240656 h 432917"/>
              <a:gd name="connsiteX122" fmla="*/ 822993 w 1684599"/>
              <a:gd name="connsiteY122" fmla="*/ 329382 h 432917"/>
              <a:gd name="connsiteX123" fmla="*/ 781077 w 1684599"/>
              <a:gd name="connsiteY123" fmla="*/ 329382 h 432917"/>
              <a:gd name="connsiteX124" fmla="*/ 216459 w 1684599"/>
              <a:gd name="connsiteY124" fmla="*/ 18776 h 432917"/>
              <a:gd name="connsiteX125" fmla="*/ 18776 w 1684599"/>
              <a:gd name="connsiteY125" fmla="*/ 216458 h 432917"/>
              <a:gd name="connsiteX126" fmla="*/ 216459 w 1684599"/>
              <a:gd name="connsiteY126" fmla="*/ 414141 h 432917"/>
              <a:gd name="connsiteX127" fmla="*/ 1468140 w 1684599"/>
              <a:gd name="connsiteY127" fmla="*/ 414141 h 432917"/>
              <a:gd name="connsiteX128" fmla="*/ 1665823 w 1684599"/>
              <a:gd name="connsiteY128" fmla="*/ 216458 h 432917"/>
              <a:gd name="connsiteX129" fmla="*/ 1468140 w 1684599"/>
              <a:gd name="connsiteY129" fmla="*/ 18776 h 432917"/>
              <a:gd name="connsiteX130" fmla="*/ 216459 w 1684599"/>
              <a:gd name="connsiteY130" fmla="*/ 0 h 432917"/>
              <a:gd name="connsiteX131" fmla="*/ 1468140 w 1684599"/>
              <a:gd name="connsiteY131" fmla="*/ 0 h 432917"/>
              <a:gd name="connsiteX132" fmla="*/ 1684599 w 1684599"/>
              <a:gd name="connsiteY132" fmla="*/ 216458 h 432917"/>
              <a:gd name="connsiteX133" fmla="*/ 1468140 w 1684599"/>
              <a:gd name="connsiteY133" fmla="*/ 432917 h 432917"/>
              <a:gd name="connsiteX134" fmla="*/ 216459 w 1684599"/>
              <a:gd name="connsiteY134" fmla="*/ 432917 h 432917"/>
              <a:gd name="connsiteX135" fmla="*/ 0 w 1684599"/>
              <a:gd name="connsiteY135" fmla="*/ 216458 h 432917"/>
              <a:gd name="connsiteX136" fmla="*/ 216459 w 1684599"/>
              <a:gd name="connsiteY136" fmla="*/ 0 h 432917"/>
            </a:gdLst>
            <a:rect l="l" t="t" r="r" b="b"/>
            <a:pathLst>
              <a:path w="1684599" h="432917">
                <a:moveTo>
                  <a:pt x="1270457" y="318010"/>
                </a:moveTo>
                <a:lnTo>
                  <a:pt x="1282754" y="318010"/>
                </a:lnTo>
                <a:lnTo>
                  <a:pt x="1282754" y="328456"/>
                </a:lnTo>
                <a:lnTo>
                  <a:pt x="1270457" y="328456"/>
                </a:lnTo>
                <a:close/>
                <a:moveTo>
                  <a:pt x="1388670" y="282441"/>
                </a:moveTo>
                <a:cubicBezTo>
                  <a:pt x="1383381" y="282441"/>
                  <a:pt x="1379017" y="284027"/>
                  <a:pt x="1375712" y="287069"/>
                </a:cubicBezTo>
                <a:cubicBezTo>
                  <a:pt x="1372406" y="290242"/>
                  <a:pt x="1370819" y="294870"/>
                  <a:pt x="1370819" y="301217"/>
                </a:cubicBezTo>
                <a:cubicBezTo>
                  <a:pt x="1370819" y="307432"/>
                  <a:pt x="1372538" y="312060"/>
                  <a:pt x="1375844" y="315234"/>
                </a:cubicBezTo>
                <a:cubicBezTo>
                  <a:pt x="1379150" y="318407"/>
                  <a:pt x="1383513" y="319994"/>
                  <a:pt x="1388670" y="319994"/>
                </a:cubicBezTo>
                <a:cubicBezTo>
                  <a:pt x="1393827" y="319994"/>
                  <a:pt x="1398058" y="318407"/>
                  <a:pt x="1401364" y="315234"/>
                </a:cubicBezTo>
                <a:cubicBezTo>
                  <a:pt x="1404670" y="312060"/>
                  <a:pt x="1406389" y="307300"/>
                  <a:pt x="1406389" y="300953"/>
                </a:cubicBezTo>
                <a:cubicBezTo>
                  <a:pt x="1406389" y="294738"/>
                  <a:pt x="1404802" y="289978"/>
                  <a:pt x="1401496" y="286937"/>
                </a:cubicBezTo>
                <a:cubicBezTo>
                  <a:pt x="1398191" y="283895"/>
                  <a:pt x="1393959" y="282441"/>
                  <a:pt x="1388670" y="282441"/>
                </a:cubicBezTo>
                <a:close/>
                <a:moveTo>
                  <a:pt x="1425033" y="273846"/>
                </a:moveTo>
                <a:lnTo>
                  <a:pt x="1444339" y="273846"/>
                </a:lnTo>
                <a:lnTo>
                  <a:pt x="1455975" y="311134"/>
                </a:lnTo>
                <a:lnTo>
                  <a:pt x="1467479" y="273846"/>
                </a:lnTo>
                <a:lnTo>
                  <a:pt x="1486916" y="273846"/>
                </a:lnTo>
                <a:lnTo>
                  <a:pt x="1486916" y="328456"/>
                </a:lnTo>
                <a:lnTo>
                  <a:pt x="1474883" y="328456"/>
                </a:lnTo>
                <a:lnTo>
                  <a:pt x="1474883" y="285482"/>
                </a:lnTo>
                <a:lnTo>
                  <a:pt x="1462190" y="328456"/>
                </a:lnTo>
                <a:lnTo>
                  <a:pt x="1449760" y="328456"/>
                </a:lnTo>
                <a:lnTo>
                  <a:pt x="1437066" y="285482"/>
                </a:lnTo>
                <a:lnTo>
                  <a:pt x="1437066" y="328456"/>
                </a:lnTo>
                <a:lnTo>
                  <a:pt x="1425033" y="328456"/>
                </a:lnTo>
                <a:close/>
                <a:moveTo>
                  <a:pt x="1388538" y="272920"/>
                </a:moveTo>
                <a:cubicBezTo>
                  <a:pt x="1397926" y="272920"/>
                  <a:pt x="1405595" y="275433"/>
                  <a:pt x="1411149" y="280457"/>
                </a:cubicBezTo>
                <a:cubicBezTo>
                  <a:pt x="1416835" y="285482"/>
                  <a:pt x="1419612" y="292358"/>
                  <a:pt x="1419612" y="301217"/>
                </a:cubicBezTo>
                <a:cubicBezTo>
                  <a:pt x="1419612" y="310077"/>
                  <a:pt x="1416835" y="316953"/>
                  <a:pt x="1411149" y="321845"/>
                </a:cubicBezTo>
                <a:cubicBezTo>
                  <a:pt x="1405463" y="326870"/>
                  <a:pt x="1398058" y="329250"/>
                  <a:pt x="1388538" y="329250"/>
                </a:cubicBezTo>
                <a:cubicBezTo>
                  <a:pt x="1379017" y="329250"/>
                  <a:pt x="1371480" y="326738"/>
                  <a:pt x="1365795" y="321845"/>
                </a:cubicBezTo>
                <a:cubicBezTo>
                  <a:pt x="1360109" y="316953"/>
                  <a:pt x="1357332" y="310077"/>
                  <a:pt x="1357332" y="301350"/>
                </a:cubicBezTo>
                <a:cubicBezTo>
                  <a:pt x="1357332" y="295796"/>
                  <a:pt x="1358257" y="291168"/>
                  <a:pt x="1360241" y="287333"/>
                </a:cubicBezTo>
                <a:cubicBezTo>
                  <a:pt x="1361695" y="284556"/>
                  <a:pt x="1363679" y="282044"/>
                  <a:pt x="1366191" y="279796"/>
                </a:cubicBezTo>
                <a:cubicBezTo>
                  <a:pt x="1368703" y="277548"/>
                  <a:pt x="1371480" y="275962"/>
                  <a:pt x="1374522" y="274904"/>
                </a:cubicBezTo>
                <a:cubicBezTo>
                  <a:pt x="1378621" y="273714"/>
                  <a:pt x="1383249" y="272920"/>
                  <a:pt x="1388538" y="272920"/>
                </a:cubicBezTo>
                <a:close/>
                <a:moveTo>
                  <a:pt x="1322688" y="272920"/>
                </a:moveTo>
                <a:cubicBezTo>
                  <a:pt x="1330489" y="272920"/>
                  <a:pt x="1336836" y="274904"/>
                  <a:pt x="1341729" y="278871"/>
                </a:cubicBezTo>
                <a:cubicBezTo>
                  <a:pt x="1344638" y="281251"/>
                  <a:pt x="1346886" y="284556"/>
                  <a:pt x="1348340" y="288920"/>
                </a:cubicBezTo>
                <a:lnTo>
                  <a:pt x="1335514" y="291565"/>
                </a:lnTo>
                <a:cubicBezTo>
                  <a:pt x="1334721" y="288788"/>
                  <a:pt x="1333134" y="286540"/>
                  <a:pt x="1330754" y="284821"/>
                </a:cubicBezTo>
                <a:cubicBezTo>
                  <a:pt x="1328374" y="283234"/>
                  <a:pt x="1325465" y="282309"/>
                  <a:pt x="1322027" y="282309"/>
                </a:cubicBezTo>
                <a:cubicBezTo>
                  <a:pt x="1317266" y="282309"/>
                  <a:pt x="1313432" y="283763"/>
                  <a:pt x="1310523" y="286672"/>
                </a:cubicBezTo>
                <a:cubicBezTo>
                  <a:pt x="1307614" y="289581"/>
                  <a:pt x="1306027" y="294341"/>
                  <a:pt x="1306027" y="300821"/>
                </a:cubicBezTo>
                <a:cubicBezTo>
                  <a:pt x="1306027" y="307697"/>
                  <a:pt x="1307481" y="312589"/>
                  <a:pt x="1310390" y="315630"/>
                </a:cubicBezTo>
                <a:cubicBezTo>
                  <a:pt x="1313299" y="318539"/>
                  <a:pt x="1317134" y="319994"/>
                  <a:pt x="1321762" y="319994"/>
                </a:cubicBezTo>
                <a:cubicBezTo>
                  <a:pt x="1325200" y="319994"/>
                  <a:pt x="1328109" y="319068"/>
                  <a:pt x="1330622" y="317217"/>
                </a:cubicBezTo>
                <a:cubicBezTo>
                  <a:pt x="1333134" y="315366"/>
                  <a:pt x="1334853" y="312457"/>
                  <a:pt x="1335911" y="308490"/>
                </a:cubicBezTo>
                <a:lnTo>
                  <a:pt x="1348472" y="311928"/>
                </a:lnTo>
                <a:cubicBezTo>
                  <a:pt x="1346489" y="317878"/>
                  <a:pt x="1343316" y="322374"/>
                  <a:pt x="1338820" y="325151"/>
                </a:cubicBezTo>
                <a:cubicBezTo>
                  <a:pt x="1334324" y="328060"/>
                  <a:pt x="1328638" y="329514"/>
                  <a:pt x="1321762" y="329514"/>
                </a:cubicBezTo>
                <a:cubicBezTo>
                  <a:pt x="1313299" y="329514"/>
                  <a:pt x="1306291" y="327002"/>
                  <a:pt x="1300738" y="322109"/>
                </a:cubicBezTo>
                <a:cubicBezTo>
                  <a:pt x="1295316" y="317217"/>
                  <a:pt x="1292540" y="310341"/>
                  <a:pt x="1292540" y="301746"/>
                </a:cubicBezTo>
                <a:cubicBezTo>
                  <a:pt x="1292540" y="292622"/>
                  <a:pt x="1295316" y="285614"/>
                  <a:pt x="1300738" y="280590"/>
                </a:cubicBezTo>
                <a:cubicBezTo>
                  <a:pt x="1306159" y="275565"/>
                  <a:pt x="1313696" y="272920"/>
                  <a:pt x="1322688" y="272920"/>
                </a:cubicBezTo>
                <a:close/>
                <a:moveTo>
                  <a:pt x="1016180" y="134080"/>
                </a:moveTo>
                <a:lnTo>
                  <a:pt x="1016180" y="200723"/>
                </a:lnTo>
                <a:lnTo>
                  <a:pt x="1039055" y="200723"/>
                </a:lnTo>
                <a:cubicBezTo>
                  <a:pt x="1055584" y="200723"/>
                  <a:pt x="1066559" y="199533"/>
                  <a:pt x="1072113" y="197021"/>
                </a:cubicBezTo>
                <a:cubicBezTo>
                  <a:pt x="1077666" y="194508"/>
                  <a:pt x="1082030" y="190674"/>
                  <a:pt x="1085203" y="185517"/>
                </a:cubicBezTo>
                <a:cubicBezTo>
                  <a:pt x="1088377" y="180228"/>
                  <a:pt x="1089964" y="174145"/>
                  <a:pt x="1089964" y="167269"/>
                </a:cubicBezTo>
                <a:cubicBezTo>
                  <a:pt x="1089964" y="158674"/>
                  <a:pt x="1087716" y="151666"/>
                  <a:pt x="1083352" y="146113"/>
                </a:cubicBezTo>
                <a:cubicBezTo>
                  <a:pt x="1078856" y="140559"/>
                  <a:pt x="1073303" y="137121"/>
                  <a:pt x="1066559" y="135667"/>
                </a:cubicBezTo>
                <a:cubicBezTo>
                  <a:pt x="1061534" y="134609"/>
                  <a:pt x="1051485" y="134080"/>
                  <a:pt x="1036411" y="134080"/>
                </a:cubicBezTo>
                <a:close/>
                <a:moveTo>
                  <a:pt x="822993" y="134080"/>
                </a:moveTo>
                <a:lnTo>
                  <a:pt x="822993" y="200723"/>
                </a:lnTo>
                <a:lnTo>
                  <a:pt x="845869" y="200723"/>
                </a:lnTo>
                <a:cubicBezTo>
                  <a:pt x="862398" y="200723"/>
                  <a:pt x="873373" y="199533"/>
                  <a:pt x="878926" y="197021"/>
                </a:cubicBezTo>
                <a:cubicBezTo>
                  <a:pt x="884480" y="194508"/>
                  <a:pt x="888843" y="190674"/>
                  <a:pt x="892017" y="185517"/>
                </a:cubicBezTo>
                <a:cubicBezTo>
                  <a:pt x="895190" y="180228"/>
                  <a:pt x="896777" y="174145"/>
                  <a:pt x="896777" y="167269"/>
                </a:cubicBezTo>
                <a:cubicBezTo>
                  <a:pt x="896777" y="158674"/>
                  <a:pt x="894529" y="151666"/>
                  <a:pt x="890166" y="146113"/>
                </a:cubicBezTo>
                <a:cubicBezTo>
                  <a:pt x="885670" y="140559"/>
                  <a:pt x="880116" y="137121"/>
                  <a:pt x="873373" y="135667"/>
                </a:cubicBezTo>
                <a:cubicBezTo>
                  <a:pt x="868348" y="134609"/>
                  <a:pt x="858298" y="134080"/>
                  <a:pt x="843224" y="134080"/>
                </a:cubicBezTo>
                <a:close/>
                <a:moveTo>
                  <a:pt x="626501" y="103271"/>
                </a:moveTo>
                <a:lnTo>
                  <a:pt x="645278" y="103800"/>
                </a:lnTo>
                <a:lnTo>
                  <a:pt x="640121" y="319994"/>
                </a:lnTo>
                <a:lnTo>
                  <a:pt x="743524" y="319994"/>
                </a:lnTo>
                <a:lnTo>
                  <a:pt x="743524" y="338902"/>
                </a:lnTo>
                <a:lnTo>
                  <a:pt x="620948" y="338902"/>
                </a:lnTo>
                <a:close/>
                <a:moveTo>
                  <a:pt x="475496" y="103271"/>
                </a:moveTo>
                <a:lnTo>
                  <a:pt x="494272" y="103800"/>
                </a:lnTo>
                <a:lnTo>
                  <a:pt x="489644" y="319994"/>
                </a:lnTo>
                <a:lnTo>
                  <a:pt x="583527" y="319994"/>
                </a:lnTo>
                <a:lnTo>
                  <a:pt x="583527" y="338902"/>
                </a:lnTo>
                <a:lnTo>
                  <a:pt x="470339" y="338902"/>
                </a:lnTo>
                <a:close/>
                <a:moveTo>
                  <a:pt x="340754" y="103271"/>
                </a:moveTo>
                <a:lnTo>
                  <a:pt x="441645" y="332422"/>
                </a:lnTo>
                <a:lnTo>
                  <a:pt x="424191" y="338902"/>
                </a:lnTo>
                <a:lnTo>
                  <a:pt x="341019" y="150226"/>
                </a:lnTo>
                <a:lnTo>
                  <a:pt x="262871" y="334133"/>
                </a:lnTo>
                <a:lnTo>
                  <a:pt x="245285" y="327653"/>
                </a:lnTo>
                <a:close/>
                <a:moveTo>
                  <a:pt x="1152640" y="94147"/>
                </a:moveTo>
                <a:lnTo>
                  <a:pt x="1317530" y="94147"/>
                </a:lnTo>
                <a:lnTo>
                  <a:pt x="1317530" y="133948"/>
                </a:lnTo>
                <a:lnTo>
                  <a:pt x="1256176" y="133948"/>
                </a:lnTo>
                <a:lnTo>
                  <a:pt x="1256176" y="329514"/>
                </a:lnTo>
                <a:lnTo>
                  <a:pt x="1214259" y="329514"/>
                </a:lnTo>
                <a:lnTo>
                  <a:pt x="1214259" y="133948"/>
                </a:lnTo>
                <a:lnTo>
                  <a:pt x="1152640" y="133948"/>
                </a:lnTo>
                <a:close/>
                <a:moveTo>
                  <a:pt x="974396" y="94147"/>
                </a:moveTo>
                <a:lnTo>
                  <a:pt x="1041568" y="94147"/>
                </a:lnTo>
                <a:cubicBezTo>
                  <a:pt x="1067088" y="94147"/>
                  <a:pt x="1083617" y="95337"/>
                  <a:pt x="1091418" y="97717"/>
                </a:cubicBezTo>
                <a:cubicBezTo>
                  <a:pt x="1103319" y="101287"/>
                  <a:pt x="1113236" y="108956"/>
                  <a:pt x="1121302" y="120725"/>
                </a:cubicBezTo>
                <a:cubicBezTo>
                  <a:pt x="1129368" y="132493"/>
                  <a:pt x="1133335" y="147832"/>
                  <a:pt x="1133335" y="166608"/>
                </a:cubicBezTo>
                <a:cubicBezTo>
                  <a:pt x="1133335" y="181021"/>
                  <a:pt x="1131087" y="193186"/>
                  <a:pt x="1126459" y="203103"/>
                </a:cubicBezTo>
                <a:cubicBezTo>
                  <a:pt x="1121831" y="212888"/>
                  <a:pt x="1116013" y="220690"/>
                  <a:pt x="1108872" y="226243"/>
                </a:cubicBezTo>
                <a:cubicBezTo>
                  <a:pt x="1101732" y="231797"/>
                  <a:pt x="1094460" y="235631"/>
                  <a:pt x="1087187" y="237350"/>
                </a:cubicBezTo>
                <a:cubicBezTo>
                  <a:pt x="1077137" y="239598"/>
                  <a:pt x="1062725" y="240656"/>
                  <a:pt x="1043684" y="240656"/>
                </a:cubicBezTo>
                <a:lnTo>
                  <a:pt x="1016312" y="240656"/>
                </a:lnTo>
                <a:lnTo>
                  <a:pt x="1016312" y="329382"/>
                </a:lnTo>
                <a:lnTo>
                  <a:pt x="974396" y="329382"/>
                </a:lnTo>
                <a:close/>
                <a:moveTo>
                  <a:pt x="781077" y="94147"/>
                </a:moveTo>
                <a:lnTo>
                  <a:pt x="848249" y="94147"/>
                </a:lnTo>
                <a:cubicBezTo>
                  <a:pt x="873769" y="94147"/>
                  <a:pt x="890298" y="95337"/>
                  <a:pt x="898099" y="97717"/>
                </a:cubicBezTo>
                <a:cubicBezTo>
                  <a:pt x="910000" y="101287"/>
                  <a:pt x="919917" y="108956"/>
                  <a:pt x="927983" y="120725"/>
                </a:cubicBezTo>
                <a:cubicBezTo>
                  <a:pt x="936049" y="132493"/>
                  <a:pt x="940016" y="147832"/>
                  <a:pt x="940016" y="166608"/>
                </a:cubicBezTo>
                <a:cubicBezTo>
                  <a:pt x="940016" y="181021"/>
                  <a:pt x="937768" y="193186"/>
                  <a:pt x="933140" y="203103"/>
                </a:cubicBezTo>
                <a:cubicBezTo>
                  <a:pt x="928512" y="212888"/>
                  <a:pt x="922694" y="220690"/>
                  <a:pt x="915554" y="226243"/>
                </a:cubicBezTo>
                <a:cubicBezTo>
                  <a:pt x="908413" y="231797"/>
                  <a:pt x="901141" y="235631"/>
                  <a:pt x="893868" y="237350"/>
                </a:cubicBezTo>
                <a:cubicBezTo>
                  <a:pt x="883819" y="239598"/>
                  <a:pt x="869406" y="240656"/>
                  <a:pt x="850365" y="240656"/>
                </a:cubicBezTo>
                <a:lnTo>
                  <a:pt x="822993" y="240656"/>
                </a:lnTo>
                <a:lnTo>
                  <a:pt x="822993" y="329382"/>
                </a:lnTo>
                <a:lnTo>
                  <a:pt x="781077" y="329382"/>
                </a:lnTo>
                <a:close/>
                <a:moveTo>
                  <a:pt x="216459" y="18776"/>
                </a:moveTo>
                <a:cubicBezTo>
                  <a:pt x="107502" y="18776"/>
                  <a:pt x="18776" y="107502"/>
                  <a:pt x="18776" y="216458"/>
                </a:cubicBezTo>
                <a:cubicBezTo>
                  <a:pt x="18776" y="325415"/>
                  <a:pt x="107370" y="414141"/>
                  <a:pt x="216459" y="414141"/>
                </a:cubicBezTo>
                <a:lnTo>
                  <a:pt x="1468140" y="414141"/>
                </a:lnTo>
                <a:cubicBezTo>
                  <a:pt x="1577097" y="414141"/>
                  <a:pt x="1665823" y="325415"/>
                  <a:pt x="1665823" y="216458"/>
                </a:cubicBezTo>
                <a:cubicBezTo>
                  <a:pt x="1665823" y="107502"/>
                  <a:pt x="1577229" y="18776"/>
                  <a:pt x="1468140" y="18776"/>
                </a:cubicBezTo>
                <a:close/>
                <a:moveTo>
                  <a:pt x="216459" y="0"/>
                </a:moveTo>
                <a:lnTo>
                  <a:pt x="1468140" y="0"/>
                </a:lnTo>
                <a:cubicBezTo>
                  <a:pt x="1587543" y="0"/>
                  <a:pt x="1684599" y="97056"/>
                  <a:pt x="1684599" y="216458"/>
                </a:cubicBezTo>
                <a:cubicBezTo>
                  <a:pt x="1684599" y="335861"/>
                  <a:pt x="1587543" y="432917"/>
                  <a:pt x="1468140" y="432917"/>
                </a:cubicBezTo>
                <a:lnTo>
                  <a:pt x="216459" y="432917"/>
                </a:lnTo>
                <a:cubicBezTo>
                  <a:pt x="97056" y="432917"/>
                  <a:pt x="0" y="335861"/>
                  <a:pt x="0" y="216458"/>
                </a:cubicBezTo>
                <a:cubicBezTo>
                  <a:pt x="0" y="97056"/>
                  <a:pt x="97056" y="0"/>
                  <a:pt x="216459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t/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F1FF73-D079-4146-9C20-9D4BA82B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Pengembangan Situs Web 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22E0F4-D119-4B0E-A8CF-AD2B2194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7DBE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7DBE1"/>
                </a:solidFill>
                <a:latin typeface="Arial"/>
                <a:ea typeface="Arial"/>
                <a:cs typeface="Arial"/>
              </a:rPr>
              <a:t>Pertemuan 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40359C-CFD6-4C45-9D99-A520CA77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HTML Semantik: Struktur Dokumen, Tautan, Gambar, Tabel, dan Validasi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DC37BA-3D6F-4FD0-ACCB-222360D4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4141103 · D4 Teknologi Rekayasa Perangkat Lunak</a:t>
            </a:r>
          </a:p>
        </p:txBody>
      </p:sp>
    </p:spTree>
    <p:extLst>
      <p:ext uri="{BB962C8B-B14F-4D97-AF65-F5344CB8AC3E}">
        <p14:creationId xmlns:p14="http://schemas.microsoft.com/office/powerpoint/2010/main" val="35130719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F22EC-27B1-4144-B99C-6D3CDF29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Capaian pembelajaran Week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0229C-C26D-41E3-B470-220B6155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Menyusun dokumen HTML5 yang valid dengan doctype, html, head, dan body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Membentuk hierarki isi menggunakan heading, paragraf, dan daftar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Memilih elemen semantik berdasarkan makna konten, bukan bentuk visual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Membuat tautan, gambar, dan tabel yang benar serta aksesibel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Memeriksa hasil melalui DevTools dan Nu HTML Checker</a:t>
            </a:r>
          </a:p>
        </p:txBody>
      </p:sp>
    </p:spTree>
    <p:extLst>
      <p:ext uri="{BB962C8B-B14F-4D97-AF65-F5344CB8AC3E}">
        <p14:creationId xmlns:p14="http://schemas.microsoft.com/office/powerpoint/2010/main" val="31488225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99E78-9DC4-45C4-8363-9CA20CC6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Peta pembelajaran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EF50C-017E-4388-9180-2CC43971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304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4CBA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STRUKTUR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D3782-7502-4CEA-9C17-33D2B4DF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Anatomi dokumen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Metadata penting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Heading dan paragraf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E4E8A-0ACB-4F6D-B0E2-6443F289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71625"/>
            <a:ext cx="304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946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SEMANTIK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27523-13DE-414F-94AE-B9C9E438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Landmark halaman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Article dan section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Pemilihan elemen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0C4D1-59EB-4442-B8CF-55C0FB82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304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3B5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KONTEN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B4271-2DC4-4936-89C8-8AE0E42C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Tautan dan path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Gambar dan alt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Tabel dan validasi</a:t>
            </a:r>
          </a:p>
        </p:txBody>
      </p:sp>
    </p:spTree>
    <p:extLst>
      <p:ext uri="{BB962C8B-B14F-4D97-AF65-F5344CB8AC3E}">
        <p14:creationId xmlns:p14="http://schemas.microsoft.com/office/powerpoint/2010/main" val="36009849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2EE22-7F0D-40AA-AF6A-E1817FD8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Mengapa HTML semantik penting?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7C7FC-889D-4C10-88AE-949D8E1E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Browser memahami struktur dokumen dengan lebih baik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Pembaca layar dapat menavigasi berdasarkan landmark dan heading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Mesin pencari memperoleh konteks konten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Kode lebih mudah dibaca, diuji, dan dipelihara oleh tim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Semantik tidak otomatis mengatur tampilan; CSS menangani presentasi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5A6A5-96F3-4C0B-B25E-A1EBB9AB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7687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4CBA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4CBA0"/>
                </a:solidFill>
                <a:latin typeface="Arial"/>
                <a:ea typeface="Arial"/>
                <a:cs typeface="Arial"/>
              </a:rPr>
              <a:t>Pilih elemen karena maknanya, bukan karena bentuk bawaannya.</a:t>
            </a:r>
          </a:p>
        </p:txBody>
      </p:sp>
    </p:spTree>
    <p:extLst>
      <p:ext uri="{BB962C8B-B14F-4D97-AF65-F5344CB8AC3E}">
        <p14:creationId xmlns:p14="http://schemas.microsoft.com/office/powerpoint/2010/main" val="36350641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31A45-5E98-4317-802B-2C006E00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Anatomi minimum dokumen HTML5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09554-BBC0-4683-93D6-E5C8934B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76375"/>
            <a:ext cx="9810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52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&lt;!doctype html&gt;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&lt;html lang="id"&gt;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&lt;head&gt;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&lt;meta charset="utf-8"&gt;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&lt;meta name="viewport" content="width=device-width, initial-scale=1"&gt;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&lt;title&gt;Komunitas Mahasiswa&lt;/title&gt;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&lt;/head&gt;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&lt;body&gt;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&lt;h1&gt;Komunitas Mahasiswa&lt;/h1&gt;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&lt;/body&gt;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1983836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AE308-F172-42BF-AE89-570B64F7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Fungsi setiap bagian dokumen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ECE88-E62C-4DB4-992C-1DA86AAA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&lt;!doctype html&gt; mengaktifkan mode standar browser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&lt;html lang="id"&gt; menyatakan bahasa utama untuk teknologi bantu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&lt;head&gt; memuat metadata, bukan isi utama yang terlihat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charset UTF-8 membantu karakter Indonesia tampil benar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viewport diperlukan agar tata letak mengikuti lebar perangkat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&lt;title&gt; menjadi judul tab, bookmark, dan konteks hasil pencarian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&lt;body&gt; memuat isi halaman yang disajikan kepada pengguna</a:t>
            </a:r>
          </a:p>
        </p:txBody>
      </p:sp>
    </p:spTree>
    <p:extLst>
      <p:ext uri="{BB962C8B-B14F-4D97-AF65-F5344CB8AC3E}">
        <p14:creationId xmlns:p14="http://schemas.microsoft.com/office/powerpoint/2010/main" val="6089935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4C477-0E26-4D5C-9A36-567BAF68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Heading membentuk hierarki, bukan ukuran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996B6-BEAD-41D5-A631-217335C2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Gunakan satu h1 yang menjelaskan topik utama halaman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h2 menandai bagian utama; h3 menjadi subbagian di bawah h2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Jangan memilih h4 hanya karena ukurannya terlihat sesuai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Jangan melompati level tanpa alasan struktur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Atur ukuran dan warna heading melalui CSS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Periksa urutan heading sebagai daftar isi halaman</a:t>
            </a:r>
          </a:p>
        </p:txBody>
      </p:sp>
    </p:spTree>
    <p:extLst>
      <p:ext uri="{BB962C8B-B14F-4D97-AF65-F5344CB8AC3E}">
        <p14:creationId xmlns:p14="http://schemas.microsoft.com/office/powerpoint/2010/main" val="42012780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453B2-26E4-43C4-B31C-D9F96A22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Paragraf dan daftar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8DA48-341B-492B-B87D-22373A27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76375"/>
            <a:ext cx="9810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52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&lt;h2&gt;Jadwal Kegiatan&lt;/h2&gt;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&lt;p&gt;Kegiatan terbuka untuk seluruh mahasiswa.&lt;/p&gt;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&lt;ul&gt;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&lt;li&gt;Lokakarya HTML&lt;/li&gt;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&lt;li&gt;Klinik Git&lt;/li&gt;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&lt;/ul&gt;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&lt;ol&gt;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&lt;li&gt;Isi formulir&lt;/li&gt;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&lt;li&gt;Tunggu konfirmasi&lt;/li&gt;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&lt;/ol&gt;</a:t>
            </a:r>
          </a:p>
        </p:txBody>
      </p:sp>
    </p:spTree>
    <p:extLst>
      <p:ext uri="{BB962C8B-B14F-4D97-AF65-F5344CB8AC3E}">
        <p14:creationId xmlns:p14="http://schemas.microsoft.com/office/powerpoint/2010/main" val="39400087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FAC79-34B6-4416-A193-1CCB846A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Landmark halaman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0859B-9512-4342-A276-A6600D64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header: pengantar halaman atau bagian; tidak selalu hanya satu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nav: kelompok tautan navigasi utama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main: isi utama yang unik; umumnya satu elemen terlihat per halaman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aside: konten pelengkap yang berkaitan secara tidak langsung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footer: informasi penutup halaman atau bagian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Landmark membantu navigasi cepat pengguna pembaca layar</a:t>
            </a:r>
          </a:p>
        </p:txBody>
      </p:sp>
    </p:spTree>
    <p:extLst>
      <p:ext uri="{BB962C8B-B14F-4D97-AF65-F5344CB8AC3E}">
        <p14:creationId xmlns:p14="http://schemas.microsoft.com/office/powerpoint/2010/main" val="11983836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86125-8407-4BF4-BC88-A57DA61A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Section, article, dan div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BF08B-49D7-454E-8BCE-625992BF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304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4CBA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0BD89-984F-4A75-A15E-282CAB8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Bagian tematik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Biasanya memiliki heading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Contoh: Agenda Kegiatan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6A98C-C878-4A05-8F68-894E9C94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71625"/>
            <a:ext cx="304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946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ARTICLE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B0BB0-B203-453A-BC70-AB4645B3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Dapat berdiri sendiri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Masuk akal bila dibagikan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Contoh: satu berita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E3C5E-9B4B-4058-B605-4481BBED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304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3B5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6098E-444A-488F-9105-E08943E0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Tidak membawa makna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Untuk grouping/CSS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Gunakan bila tak ada elemen tepat</a:t>
            </a:r>
          </a:p>
        </p:txBody>
      </p:sp>
    </p:spTree>
    <p:extLst>
      <p:ext uri="{BB962C8B-B14F-4D97-AF65-F5344CB8AC3E}">
        <p14:creationId xmlns:p14="http://schemas.microsoft.com/office/powerpoint/2010/main" val="23456298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8114F-1B8B-4C73-B036-2B7400A0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Contoh struktur semantik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F2BF9-E3D4-4623-B32D-067E8E0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76375"/>
            <a:ext cx="9810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52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&lt;header&gt;...&lt;/header&gt;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&lt;nav aria-label="Navigasi utama"&gt;...&lt;/nav&gt;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&lt;main&gt;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&lt;h1&gt;Komunitas Mahasiswa&lt;/h1&gt;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&lt;section aria-labelledby="agenda"&gt;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&lt;h2 id="agenda"&gt;Agenda&lt;/h2&gt;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&lt;article&gt;...&lt;/article&gt;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&lt;/section&gt;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&lt;aside&gt;Kontak panitia&lt;/aside&gt;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&lt;/main&gt;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&lt;footer&gt;...&lt;/footer&gt;</a:t>
            </a:r>
          </a:p>
        </p:txBody>
      </p:sp>
    </p:spTree>
    <p:extLst>
      <p:ext uri="{BB962C8B-B14F-4D97-AF65-F5344CB8AC3E}">
        <p14:creationId xmlns:p14="http://schemas.microsoft.com/office/powerpoint/2010/main" val="15470123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49FBA-2A74-4FBC-B30D-A6263F2A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Tautan yang bermakna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48E0F-BA3A-41B2-8509-3019D77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76375"/>
            <a:ext cx="9810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52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&lt;a href="kegiatan.html"&gt;Lihat daftar kegiatan&lt;/a&gt;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&lt;a href="https://www.del.ac.id/"&gt;Situs IT Del&lt;/a&gt;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&lt;a href="mailto:panitia@example.org"&gt;Hubungi panitia&lt;/a&gt;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&lt;a href="#jadwal"&gt;Langsung ke jadwal&lt;/a&gt;</a:t>
            </a:r>
          </a:p>
        </p:txBody>
      </p:sp>
    </p:spTree>
    <p:extLst>
      <p:ext uri="{BB962C8B-B14F-4D97-AF65-F5344CB8AC3E}">
        <p14:creationId xmlns:p14="http://schemas.microsoft.com/office/powerpoint/2010/main" val="11983836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F0CAB-B31F-4BC5-8005-607E337C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Tautan: aturan dan kesalahan umum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A5A4D-7EDE-45F2-9737-AC79CCCB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Teks tautan harus menjelaskan tujuan; hindari 'klik di sini'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href relatif cocok untuk halaman dalam proyek yang sama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href absolut memuat scheme dan host untuk situs lain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Pastikan fragment mengarah ke id yang ada dan unik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Jika membuka tab baru, jelaskan perilakunya dan gunakan rel yang aman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Bedakan tautan untuk berpindah lokasi dan button untuk menjalankan aksi</a:t>
            </a:r>
          </a:p>
        </p:txBody>
      </p:sp>
    </p:spTree>
    <p:extLst>
      <p:ext uri="{BB962C8B-B14F-4D97-AF65-F5344CB8AC3E}">
        <p14:creationId xmlns:p14="http://schemas.microsoft.com/office/powerpoint/2010/main" val="40052716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BEC59-D23A-4DA4-9812-E7354436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Path relatif tanpa menebak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32ABB-FE3A-4460-9182-0033E696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76375"/>
            <a:ext cx="9810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52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project/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index.html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pages/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tentang.html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images/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logo-del.png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Dari index.html: images/logo-del.png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Dari pages/tentang.html: ../images/logo-del.png</a:t>
            </a:r>
          </a:p>
        </p:txBody>
      </p:sp>
    </p:spTree>
    <p:extLst>
      <p:ext uri="{BB962C8B-B14F-4D97-AF65-F5344CB8AC3E}">
        <p14:creationId xmlns:p14="http://schemas.microsoft.com/office/powerpoint/2010/main" val="41846009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14AFE-5A59-4241-984A-7BDD8AFB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Gambar dan alternative 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5FF8D-C35F-42C0-A46E-B6C1958D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alt menjelaskan fungsi atau informasi gambar dalam konteks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Gambar dekoratif memakai alt kosong: alt=""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Jangan mengulang kata 'gambar' bila tidak diperlukan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Lebar dan tinggi membantu browser menyediakan ruang sebelum gambar dimuat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figure dan figcaption cocok untuk media dengan keterangan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Nama file harus jelas, konsisten, dan tidak mengandung spasi</a:t>
            </a:r>
          </a:p>
        </p:txBody>
      </p:sp>
    </p:spTree>
    <p:extLst>
      <p:ext uri="{BB962C8B-B14F-4D97-AF65-F5344CB8AC3E}">
        <p14:creationId xmlns:p14="http://schemas.microsoft.com/office/powerpoint/2010/main" val="34231334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43C9A-352F-42F3-9B1E-2AA16A5A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Contoh gambar informatif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4948D-9339-439C-8167-23530B99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76375"/>
            <a:ext cx="9810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52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&lt;figure&gt;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&lt;img src="images/peserta-workshop.jpg"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alt="Mahasiswa berlatih HTML dalam kelompok"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width="800" height="450"&gt;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&lt;figcaption&gt;Workshop Web Dasar 2026.&lt;/figcaption&gt;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&lt;/figure&gt;</a:t>
            </a:r>
          </a:p>
        </p:txBody>
      </p:sp>
    </p:spTree>
    <p:extLst>
      <p:ext uri="{BB962C8B-B14F-4D97-AF65-F5344CB8AC3E}">
        <p14:creationId xmlns:p14="http://schemas.microsoft.com/office/powerpoint/2010/main" val="3183651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2B3A5-5AC1-4F63-AE1B-E3FB1B8C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Tabel hanya untuk data tabular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D7380-9FDB-4C9F-A80A-1520E43C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Gunakan caption untuk menjelaskan tujuan tabel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thead, tbody, dan tfoot mengelompokkan baris secara logis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th menandai header; scope menghubungkan header dengan sel data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Jangan memakai tabel untuk tata letak halaman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Tabel kompleks memerlukan perancangan aksesibilitas lebih lanjut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Pada layar sempit, pertimbangkan penyajian responsif tanpa menghilangkan makna</a:t>
            </a:r>
          </a:p>
        </p:txBody>
      </p:sp>
    </p:spTree>
    <p:extLst>
      <p:ext uri="{BB962C8B-B14F-4D97-AF65-F5344CB8AC3E}">
        <p14:creationId xmlns:p14="http://schemas.microsoft.com/office/powerpoint/2010/main" val="31488225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09A03-46BB-4DE7-B0AB-99906F0A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Contoh tabel yang benar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88814-2829-4485-989A-CBF6AFEB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76375"/>
            <a:ext cx="9810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52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&lt;table&gt;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&lt;caption&gt;Jadwal Workshop&lt;/caption&gt;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&lt;thead&gt;&lt;tr&gt;&lt;th scope="col"&gt;Hari&lt;/th&gt;&lt;th scope="col"&gt;Topik&lt;/th&gt;&lt;/tr&gt;&lt;/thead&gt;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&lt;tbody&gt;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&lt;tr&gt;&lt;th scope="row"&gt;Senin&lt;/th&gt;&lt;td&gt;HTML Semantik&lt;/td&gt;&lt;/tr&gt;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&lt;tr&gt;&lt;th scope="row"&gt;Rabu&lt;/th&gt;&lt;td&gt;Formulir&lt;/td&gt;&lt;/tr&gt;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&lt;/tbody&gt;</a:t>
            </a:r>
          </a:p>
          <a:p xmlns:a="http://schemas.openxmlformats.org/drawingml/2006/main">
            <a:pPr>
              <a:defRPr sz="142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&lt;/table&gt;</a:t>
            </a:r>
          </a:p>
        </p:txBody>
      </p:sp>
    </p:spTree>
    <p:extLst>
      <p:ext uri="{BB962C8B-B14F-4D97-AF65-F5344CB8AC3E}">
        <p14:creationId xmlns:p14="http://schemas.microsoft.com/office/powerpoint/2010/main" val="3641219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4994E-2D85-4B7F-83D4-8ACB3CDE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Metadata yang perlu dipahami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9008A-6643-47F1-9734-4F2AA219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title: identitas unik halaman pada tab dan bookmark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meta charset: encoding karakter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meta viewport: perilaku pada perangkat bergerak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meta description: ringkasan halaman; dapat digunakan mesin pencari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link rel=stylesheet: menghubungkan CSS eksternal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Metadata tidak menggantikan konten dan heading yang baik</a:t>
            </a:r>
          </a:p>
        </p:txBody>
      </p:sp>
    </p:spTree>
    <p:extLst>
      <p:ext uri="{BB962C8B-B14F-4D97-AF65-F5344CB8AC3E}">
        <p14:creationId xmlns:p14="http://schemas.microsoft.com/office/powerpoint/2010/main" val="35130719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EAF08-8A79-4E4E-92AC-DBA02EE9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Validasi adalah alat diagnosis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3BF2F-9F98-4A47-B9CF-5A00B904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Simpan file lalu buka melalui server lokal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Periksa Elements untuk memastikan struktur DOM sesuai dugaan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Jalankan Nu HTML Checker pada file atau URL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Baca pesan dari atas; satu kesalahan awal dapat memicu pesan lanjutan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Perbaiki error dahulu, lalu evaluasi warning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Valid tidak selalu berarti aksesibel atau mudah digunakan</a:t>
            </a:r>
          </a:p>
        </p:txBody>
      </p:sp>
    </p:spTree>
    <p:extLst>
      <p:ext uri="{BB962C8B-B14F-4D97-AF65-F5344CB8AC3E}">
        <p14:creationId xmlns:p14="http://schemas.microsoft.com/office/powerpoint/2010/main" val="31488225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D7E05-4802-4522-B5A5-55B3086D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Studi kasus: situs kegiatan mahasiswa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AF291-D5F5-4210-9CE1-7C3BAF1A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304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4CBA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KEBUTUHAN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E94C1-2340-4B03-B25B-6E12C6A4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Profil organisasi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Daftar kegiatan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Jadwal dan kontak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E57C6-51F3-4034-8C97-C766331C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71625"/>
            <a:ext cx="304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946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KEPUTUSAN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E392A-7351-41D8-A1B2-61BB36C9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Landmark dan heading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Tautan deskriptif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Alt dan caption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0BE2C-B860-45F4-BB15-D74170BA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304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3B5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8562A-3E2F-4182-9809-1A643C79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DOM terstruktur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Validator tanpa error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43434"/>
                </a:solidFill>
                <a:latin typeface="Arial"/>
                <a:ea typeface="Arial"/>
                <a:cs typeface="Arial"/>
              </a:rPr>
              <a:t>Navigasi keyboard</a:t>
            </a:r>
          </a:p>
        </p:txBody>
      </p:sp>
    </p:spTree>
    <p:extLst>
      <p:ext uri="{BB962C8B-B14F-4D97-AF65-F5344CB8AC3E}">
        <p14:creationId xmlns:p14="http://schemas.microsoft.com/office/powerpoint/2010/main" val="360098497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93400-E094-4601-A4FC-357B3739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Latihan diagnosis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5C8D4-4720-492A-8A13-A4E56805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Temukan elemen yang dipilih hanya berdasarkan bentuk visual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Periksa apakah setiap section memiliki heading yang jelas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Uji semua href dan src dari lokasi file sebenarnya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Nonaktifkan gambar: apakah alt masih menyampaikan makna?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Baca tabel dari kiri ke kanan: apakah hubungan header jelas?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Catat masalah, lokasi, perbaikan, dan bukti hasil</a:t>
            </a:r>
          </a:p>
        </p:txBody>
      </p:sp>
    </p:spTree>
    <p:extLst>
      <p:ext uri="{BB962C8B-B14F-4D97-AF65-F5344CB8AC3E}">
        <p14:creationId xmlns:p14="http://schemas.microsoft.com/office/powerpoint/2010/main" val="363506411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32DB1-D362-4C87-B606-DB9BBFEA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Ringkasan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9F115-9EC2-475D-B469-F4A75C1F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71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Dokumen HTML5 dimulai dengan struktur minimum dan metadata yang tepat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Hierarki heading menggambarkan organisasi isi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Elemen semantik dipilih berdasarkan makna konten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Tautan, gambar, dan tabel membutuhkan konteks aksesibel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DevTools dan validator memberi bukti teknis, bukan sekadar perkiraan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CSS memperindah tampilan tanpa mengubah keputusan semantik</a:t>
            </a:r>
          </a:p>
        </p:txBody>
      </p:sp>
    </p:spTree>
    <p:extLst>
      <p:ext uri="{BB962C8B-B14F-4D97-AF65-F5344CB8AC3E}">
        <p14:creationId xmlns:p14="http://schemas.microsoft.com/office/powerpoint/2010/main" val="119838368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2A18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4DC52-D47C-456D-B37E-DD7F0748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52500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240B4-D4CC-45B3-AC2D-2748BE21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95500"/>
            <a:ext cx="7048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Kapan menggunakan article, section, dan div?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Apa alt yang tepat untuk gambar dekoratif?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Bagaimana membuktikan struktur HTML sudah valid?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Sebutkan satu perbaikan yang akan Anda terapkan pada praktikum.</a:t>
            </a:r>
          </a:p>
        </p:txBody>
      </p:sp>
    </p:spTree>
    <p:extLst>
      <p:ext uri="{BB962C8B-B14F-4D97-AF65-F5344CB8AC3E}">
        <p14:creationId xmlns:p14="http://schemas.microsoft.com/office/powerpoint/2010/main" val="608993516"/>
      </p:ext>
    </p:extLst>
  </p:cSld>
</p:sld>
</file>

<file path=ppt/theme/theme1.xml><?xml version="1.0" encoding="utf-8"?>
<a:theme xmlns:a="http://schemas.openxmlformats.org/drawingml/2006/main" name="Cover and End Slide Master">
  <a:themeElements>
    <a:clrScheme name="ALLPPT-1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0D23F"/>
      </a:accent1>
      <a:accent2>
        <a:srgbClr val="F79465"/>
      </a:accent2>
      <a:accent3>
        <a:srgbClr val="ED3B55"/>
      </a:accent3>
      <a:accent4>
        <a:srgbClr val="54CBA0"/>
      </a:accent4>
      <a:accent5>
        <a:srgbClr val="78AAE1"/>
      </a:accent5>
      <a:accent6>
        <a:srgbClr val="77DBE1"/>
      </a:accent6>
      <a:hlink>
        <a:srgbClr val="FFFFFF"/>
      </a:hlink>
      <a:folHlink>
        <a:srgbClr val="800080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ALLPPT-12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2026-09-15T02:23:01.7690000Z</dcterms:created>
  <dcterms:modified xsi:type="dcterms:W3CDTF">2026-09-15T02:23:01.7690000Z</dcterms:modified>
</coreProperties>
</file>