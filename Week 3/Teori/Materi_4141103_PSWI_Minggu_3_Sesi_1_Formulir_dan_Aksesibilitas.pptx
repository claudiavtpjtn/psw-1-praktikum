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f65d12d0be45d6" /><Relationship Type="http://schemas.openxmlformats.org/officeDocument/2006/relationships/extended-properties" Target="/docProps/app.xml" Id="Rc9637b3de8fc4de4" /><Relationship Type="http://schemas.openxmlformats.org/officeDocument/2006/relationships/officeDocument" Target="/ppt/presentation.xml" Id="R16f5702e9a0a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13ff886e64616"/>
    <p:sldMasterId xmlns:r="http://schemas.openxmlformats.org/officeDocument/2006/relationships" id="2147483651" r:id="R0aab28d389774bc8"/>
    <p:sldMasterId xmlns:r="http://schemas.openxmlformats.org/officeDocument/2006/relationships" id="2147483670" r:id="Rbe90630d693544b5"/>
  </p:sldMasterIdLst>
  <p:notesMasterIdLst>
    <p:notesMasterId xmlns:r="http://schemas.openxmlformats.org/officeDocument/2006/relationships" r:id="R8b7b03beccb24fd4"/>
  </p:notesMasterIdLst>
  <p:sldIdLst>
    <p:sldId xmlns:r="http://schemas.openxmlformats.org/officeDocument/2006/relationships" id="256" r:id="R89a502b29dea4701"/>
    <p:sldId xmlns:r="http://schemas.openxmlformats.org/officeDocument/2006/relationships" id="257" r:id="Ra6954a3bf31745e3"/>
    <p:sldId xmlns:r="http://schemas.openxmlformats.org/officeDocument/2006/relationships" id="258" r:id="Re75c09038c254940"/>
    <p:sldId xmlns:r="http://schemas.openxmlformats.org/officeDocument/2006/relationships" id="259" r:id="Raa5da9131da44a28"/>
    <p:sldId xmlns:r="http://schemas.openxmlformats.org/officeDocument/2006/relationships" id="260" r:id="R5dde0b11ae5a4609"/>
    <p:sldId xmlns:r="http://schemas.openxmlformats.org/officeDocument/2006/relationships" id="261" r:id="R422c66757ecc4339"/>
    <p:sldId xmlns:r="http://schemas.openxmlformats.org/officeDocument/2006/relationships" id="262" r:id="Rcf6b0a38376544cb"/>
    <p:sldId xmlns:r="http://schemas.openxmlformats.org/officeDocument/2006/relationships" id="263" r:id="Rf61534d2dc974056"/>
    <p:sldId xmlns:r="http://schemas.openxmlformats.org/officeDocument/2006/relationships" id="264" r:id="Ra78eb799470a4c90"/>
    <p:sldId xmlns:r="http://schemas.openxmlformats.org/officeDocument/2006/relationships" id="265" r:id="Rd597d206be79453e"/>
    <p:sldId xmlns:r="http://schemas.openxmlformats.org/officeDocument/2006/relationships" id="266" r:id="Rec9f7107ae8e432f"/>
    <p:sldId xmlns:r="http://schemas.openxmlformats.org/officeDocument/2006/relationships" id="267" r:id="R552c87d7d3e24cb8"/>
    <p:sldId xmlns:r="http://schemas.openxmlformats.org/officeDocument/2006/relationships" id="268" r:id="Rfd77de10b8b24212"/>
    <p:sldId xmlns:r="http://schemas.openxmlformats.org/officeDocument/2006/relationships" id="269" r:id="Rb7ef282278784a68"/>
    <p:sldId xmlns:r="http://schemas.openxmlformats.org/officeDocument/2006/relationships" id="270" r:id="Rf3f98c1421dc49fa"/>
    <p:sldId xmlns:r="http://schemas.openxmlformats.org/officeDocument/2006/relationships" id="271" r:id="R9ac6f691e73a409c"/>
    <p:sldId xmlns:r="http://schemas.openxmlformats.org/officeDocument/2006/relationships" id="272" r:id="R31ad90ff2be74c9d"/>
    <p:sldId xmlns:r="http://schemas.openxmlformats.org/officeDocument/2006/relationships" id="273" r:id="Rb3c0d5b2e71e4bc5"/>
    <p:sldId xmlns:r="http://schemas.openxmlformats.org/officeDocument/2006/relationships" id="274" r:id="R0e688a8c86624f00"/>
    <p:sldId xmlns:r="http://schemas.openxmlformats.org/officeDocument/2006/relationships" id="275" r:id="R7e72395da4a94680"/>
    <p:sldId xmlns:r="http://schemas.openxmlformats.org/officeDocument/2006/relationships" id="276" r:id="Raa30e390abd54e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09dc90ed740d6" /><Relationship Type="http://schemas.openxmlformats.org/officeDocument/2006/relationships/slideMaster" Target="/ppt/slideMasters/slideMaster1.xml" Id="R15813ff886e64616" /><Relationship Type="http://schemas.openxmlformats.org/officeDocument/2006/relationships/slideMaster" Target="/ppt/slideMasters/slideMaster2.xml" Id="R0aab28d389774bc8" /><Relationship Type="http://schemas.openxmlformats.org/officeDocument/2006/relationships/slideMaster" Target="/ppt/slideMasters/slideMaster3.xml" Id="Rbe90630d693544b5" /><Relationship Type="http://schemas.openxmlformats.org/officeDocument/2006/relationships/notesMaster" Target="/ppt/notesMasters/notesMaster1.xml" Id="R8b7b03beccb24fd4" /><Relationship Type="http://schemas.openxmlformats.org/officeDocument/2006/relationships/presProps" Target="/ppt/presProps.xml" Id="Rb00e00cf2cae488e" /><Relationship Type="http://schemas.openxmlformats.org/officeDocument/2006/relationships/viewProps" Target="/ppt/viewProps.xml" Id="R09d82a76fe604568" /><Relationship Type="http://schemas.openxmlformats.org/officeDocument/2006/relationships/tableStyles" Target="/ppt/tableStyles.xml" Id="R1971bcba01004684" /><Relationship Type="http://schemas.openxmlformats.org/officeDocument/2006/relationships/slide" Target="/ppt/slides/slide1.xml" Id="R89a502b29dea4701" /><Relationship Type="http://schemas.openxmlformats.org/officeDocument/2006/relationships/slide" Target="/ppt/slides/slide2.xml" Id="Ra6954a3bf31745e3" /><Relationship Type="http://schemas.openxmlformats.org/officeDocument/2006/relationships/slide" Target="/ppt/slides/slide3.xml" Id="Re75c09038c254940" /><Relationship Type="http://schemas.openxmlformats.org/officeDocument/2006/relationships/slide" Target="/ppt/slides/slide4.xml" Id="Raa5da9131da44a28" /><Relationship Type="http://schemas.openxmlformats.org/officeDocument/2006/relationships/slide" Target="/ppt/slides/slide5.xml" Id="R5dde0b11ae5a4609" /><Relationship Type="http://schemas.openxmlformats.org/officeDocument/2006/relationships/slide" Target="/ppt/slides/slide6.xml" Id="R422c66757ecc4339" /><Relationship Type="http://schemas.openxmlformats.org/officeDocument/2006/relationships/slide" Target="/ppt/slides/slide7.xml" Id="Rcf6b0a38376544cb" /><Relationship Type="http://schemas.openxmlformats.org/officeDocument/2006/relationships/slide" Target="/ppt/slides/slide8.xml" Id="Rf61534d2dc974056" /><Relationship Type="http://schemas.openxmlformats.org/officeDocument/2006/relationships/slide" Target="/ppt/slides/slide9.xml" Id="Ra78eb799470a4c90" /><Relationship Type="http://schemas.openxmlformats.org/officeDocument/2006/relationships/slide" Target="/ppt/slides/slide10.xml" Id="Rd597d206be79453e" /><Relationship Type="http://schemas.openxmlformats.org/officeDocument/2006/relationships/slide" Target="/ppt/slides/slide11.xml" Id="Rec9f7107ae8e432f" /><Relationship Type="http://schemas.openxmlformats.org/officeDocument/2006/relationships/slide" Target="/ppt/slides/slide12.xml" Id="R552c87d7d3e24cb8" /><Relationship Type="http://schemas.openxmlformats.org/officeDocument/2006/relationships/slide" Target="/ppt/slides/slide13.xml" Id="Rfd77de10b8b24212" /><Relationship Type="http://schemas.openxmlformats.org/officeDocument/2006/relationships/slide" Target="/ppt/slides/slide14.xml" Id="Rb7ef282278784a68" /><Relationship Type="http://schemas.openxmlformats.org/officeDocument/2006/relationships/slide" Target="/ppt/slides/slide15.xml" Id="Rf3f98c1421dc49fa" /><Relationship Type="http://schemas.openxmlformats.org/officeDocument/2006/relationships/slide" Target="/ppt/slides/slide16.xml" Id="R9ac6f691e73a409c" /><Relationship Type="http://schemas.openxmlformats.org/officeDocument/2006/relationships/slide" Target="/ppt/slides/slide17.xml" Id="R31ad90ff2be74c9d" /><Relationship Type="http://schemas.openxmlformats.org/officeDocument/2006/relationships/slide" Target="/ppt/slides/slide18.xml" Id="Rb3c0d5b2e71e4bc5" /><Relationship Type="http://schemas.openxmlformats.org/officeDocument/2006/relationships/slide" Target="/ppt/slides/slide19.xml" Id="R0e688a8c86624f00" /><Relationship Type="http://schemas.openxmlformats.org/officeDocument/2006/relationships/slide" Target="/ppt/slides/slide20.xml" Id="R7e72395da4a94680" /><Relationship Type="http://schemas.openxmlformats.org/officeDocument/2006/relationships/slide" Target="/ppt/slides/slide21.xml" Id="Raa30e390abd54e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f5560ee92a2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0a1beb5b1b4fe8" /><Relationship Type="http://schemas.openxmlformats.org/officeDocument/2006/relationships/notesMaster" Target="/ppt/notesMasters/notesMaster1.xml" Id="R3466d2ec8628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923e0b1ca4c3a" /><Relationship Type="http://schemas.openxmlformats.org/officeDocument/2006/relationships/notesMaster" Target="/ppt/notesMasters/notesMaster1.xml" Id="Rc17970a0866b4f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9db71756fe4ba6" /><Relationship Type="http://schemas.openxmlformats.org/officeDocument/2006/relationships/notesMaster" Target="/ppt/notesMasters/notesMaster1.xml" Id="R87a6c9d7c4e04f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09b2dfa5341ec" /><Relationship Type="http://schemas.openxmlformats.org/officeDocument/2006/relationships/notesMaster" Target="/ppt/notesMasters/notesMaster1.xml" Id="Re53aa315dd0b49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94455801d4c7f" /><Relationship Type="http://schemas.openxmlformats.org/officeDocument/2006/relationships/notesMaster" Target="/ppt/notesMasters/notesMaster1.xml" Id="R841eeece85b444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73fb04f4b84f92" /><Relationship Type="http://schemas.openxmlformats.org/officeDocument/2006/relationships/notesMaster" Target="/ppt/notesMasters/notesMaster1.xml" Id="R09872dc5325e45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4f0ff2099a4b0a" /><Relationship Type="http://schemas.openxmlformats.org/officeDocument/2006/relationships/notesMaster" Target="/ppt/notesMasters/notesMaster1.xml" Id="R6b003ad06c24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b991b7008f4396" /><Relationship Type="http://schemas.openxmlformats.org/officeDocument/2006/relationships/notesMaster" Target="/ppt/notesMasters/notesMaster1.xml" Id="Ra570178ea7694f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3e1cb666da4c89" /><Relationship Type="http://schemas.openxmlformats.org/officeDocument/2006/relationships/notesMaster" Target="/ppt/notesMasters/notesMaster1.xml" Id="R82bed9ac88fc42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08f60346d246d4" /><Relationship Type="http://schemas.openxmlformats.org/officeDocument/2006/relationships/notesMaster" Target="/ppt/notesMasters/notesMaster1.xml" Id="R09cd3d122d0a4b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c0957e2e0f42c2" /><Relationship Type="http://schemas.openxmlformats.org/officeDocument/2006/relationships/notesMaster" Target="/ppt/notesMasters/notesMaster1.xml" Id="R62508b7a460c48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dc60d0f66c426c" /><Relationship Type="http://schemas.openxmlformats.org/officeDocument/2006/relationships/notesMaster" Target="/ppt/notesMasters/notesMaster1.xml" Id="R1e516e288d7642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2affeb754043be" /><Relationship Type="http://schemas.openxmlformats.org/officeDocument/2006/relationships/notesMaster" Target="/ppt/notesMasters/notesMaster1.xml" Id="Rf166bea57a0a43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fe8e1549c94a74" /><Relationship Type="http://schemas.openxmlformats.org/officeDocument/2006/relationships/notesMaster" Target="/ppt/notesMasters/notesMaster1.xml" Id="R295201f115274e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303be35cca4db8" /><Relationship Type="http://schemas.openxmlformats.org/officeDocument/2006/relationships/notesMaster" Target="/ppt/notesMasters/notesMaster1.xml" Id="R073ae9b2cdc24f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352a3b270c4cac" /><Relationship Type="http://schemas.openxmlformats.org/officeDocument/2006/relationships/notesMaster" Target="/ppt/notesMasters/notesMaster1.xml" Id="R10f06daaf5744f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0e26beffa94915" /><Relationship Type="http://schemas.openxmlformats.org/officeDocument/2006/relationships/notesMaster" Target="/ppt/notesMasters/notesMaster1.xml" Id="Rf7040ea80fe945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10493bdc7b43dc" /><Relationship Type="http://schemas.openxmlformats.org/officeDocument/2006/relationships/notesMaster" Target="/ppt/notesMasters/notesMaster1.xml" Id="R6fb226a76b4f4f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c7933978f14e21" /><Relationship Type="http://schemas.openxmlformats.org/officeDocument/2006/relationships/notesMaster" Target="/ppt/notesMasters/notesMaster1.xml" Id="R6163a6e6f95945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fe124784134c94" /><Relationship Type="http://schemas.openxmlformats.org/officeDocument/2006/relationships/notesMaster" Target="/ppt/notesMasters/notesMaster1.xml" Id="Red35d4cb4cf349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14561184b344fa" /><Relationship Type="http://schemas.openxmlformats.org/officeDocument/2006/relationships/notesMaster" Target="/ppt/notesMasters/notesMaster1.xml" Id="R661772e103ed4b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WHATWG HTML Living Standard; MDN form 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W3C WAI Forms Tutorial; MDN label 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Sumber: W3C Web Content Accessibility Guidelines 2.2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d63af96ee4072" /><Relationship Type="http://schemas.openxmlformats.org/officeDocument/2006/relationships/image" Target="/ppt/media/image.jpeg" Id="Rc3bbca9157ce45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2868d27054a7b" /><Relationship Type="http://schemas.openxmlformats.org/officeDocument/2006/relationships/image" Target="/ppt/media/image2.jpeg" Id="R5924bbf68f7a4b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7307bd5b664c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9ff3989b3e43c8" /><Relationship Type="http://schemas.openxmlformats.org/officeDocument/2006/relationships/image" Target="/ppt/media/image3.jpeg" Id="R6208ce97270a4b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382b9a633e48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79d75f021849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cb1efa77e54921" /><Relationship Type="http://schemas.openxmlformats.org/officeDocument/2006/relationships/image" Target="/ppt/media/image4.jpeg" Id="Ref6fefdf83f146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437ec2c9ed4b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0e4bbe2f73423d" /><Relationship Type="http://schemas.openxmlformats.org/officeDocument/2006/relationships/image" Target="/ppt/media/image5.jpeg" Id="R77ebe8e7d18e48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014b704c764bb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2f448435274c25" /><Relationship Type="http://schemas.openxmlformats.org/officeDocument/2006/relationships/image" Target="/ppt/media/image6.jpeg" Id="Rd1a6945f056547b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8fd3be721946d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37d24b0d454932" /><Relationship Type="http://schemas.openxmlformats.org/officeDocument/2006/relationships/image" Target="/ppt/media/image7.jpeg" Id="R74e3ee296320435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e6d9d80713485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0d8f0e659a4741" /><Relationship Type="http://schemas.openxmlformats.org/officeDocument/2006/relationships/image" Target="/ppt/media/image8.jpeg" Id="R1d48e01893104e2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bf4c9e9eee40c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8338d123c04be6" /><Relationship Type="http://schemas.openxmlformats.org/officeDocument/2006/relationships/image" Target="/ppt/media/image3.jpeg" Id="R9fed6e5a28c7406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c1ff8c93d543f0" /><Relationship Type="http://schemas.openxmlformats.org/officeDocument/2006/relationships/image" Target="/ppt/media/image9.jpeg" Id="R313c002553694ef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9472b7bdca41bc" /><Relationship Type="http://schemas.openxmlformats.org/officeDocument/2006/relationships/image" Target="/ppt/media/image10.jpeg" Id="Rc85fb166d98248d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021fd9e502416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08fb4c786743ba" /><Relationship Type="http://schemas.openxmlformats.org/officeDocument/2006/relationships/image" Target="/ppt/media/image2.jpeg" Id="Ra7b3f8921b6f4db1" /></Relationships>
</file>

<file path=ppt/slideLayouts/slideLayout1.xml><?xml version="1.0" encoding="utf-8"?>
<p:sldLayout xmlns:p="http://schemas.openxmlformats.org/presentationml/2006/main" preserve="1" userDrawn="1">
  <p:cSld name="Cover slide layout">
    <p:bg>
      <p:bgPr>
        <a:blipFill xmlns:a="http://schemas.openxmlformats.org/drawingml/2006/main" rotWithShape="1">
          <a:blip xmlns:r="http://schemas.openxmlformats.org/officeDocument/2006/relationships" r:embed="Rc3bbca9157ce45a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End slide layout">
    <p:bg>
      <p:bgPr>
        <a:blipFill xmlns:a="http://schemas.openxmlformats.org/drawingml/2006/main" rotWithShape="1">
          <a:blip xmlns:r="http://schemas.openxmlformats.org/officeDocument/2006/relationships" r:embed="R5924bbf68f7a4b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Agenda slide layout">
    <p:bg>
      <p:bgPr>
        <a:blipFill xmlns:a="http://schemas.openxmlformats.org/drawingml/2006/main" rotWithShape="1">
          <a:blip xmlns:r="http://schemas.openxmlformats.org/officeDocument/2006/relationships" r:embed="R6208ce97270a4ba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Our Team LAYOUT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36CEC37-AE54-4204-926B-C76F465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508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E60B77A-53FD-4AF2-A307-E9092175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8994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0F1F554-1B98-471E-A329-2CCFAEA0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8876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520737B-1186-4E1C-A360-4B9B8D3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0027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1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A107028-0C6A-44AE-9857-3E19BFB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075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5810DE-111C-4544-99EB-EF865DE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0561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4" name="Oval 7">
            <a:extLst xmlns:a="http://schemas.openxmlformats.org/drawingml/2006/main">
              <a:ext uri="{FF2B5EF4-FFF2-40B4-BE49-F238E27FC236}">
                <a16:creationId xmlns:a16="http://schemas.microsoft.com/office/drawing/2014/main" id="{675AE696-9854-4F9F-8328-3D901AB8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0443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5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EE822FB-BAB6-4765-BAB8-F8CFD8D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1594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7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5C12189-4C71-4BA8-8527-F51EDF1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642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7A9B8-7BCE-4BAD-861E-F43AF30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2128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0" name="Oval 7">
            <a:extLst xmlns:a="http://schemas.openxmlformats.org/drawingml/2006/main">
              <a:ext uri="{FF2B5EF4-FFF2-40B4-BE49-F238E27FC236}">
                <a16:creationId xmlns:a16="http://schemas.microsoft.com/office/drawing/2014/main" id="{1ABA39FE-6EF1-4D4F-88E8-D71FF652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2010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6C97352-4633-4B25-8910-54F3DE0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3161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3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5189DD4-56C8-4F92-A3F9-AA93E4F0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5208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FA377A-F4DE-4B15-81AA-EEE8672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3694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6" name="Oval 7">
            <a:extLst xmlns:a="http://schemas.openxmlformats.org/drawingml/2006/main">
              <a:ext uri="{FF2B5EF4-FFF2-40B4-BE49-F238E27FC236}">
                <a16:creationId xmlns:a16="http://schemas.microsoft.com/office/drawing/2014/main" id="{9C3DE81D-34C4-48C5-A7F5-2343841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3576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7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53A738C-E9C5-4E32-A7A1-0F88BCD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4727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8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CB46EA28-DC0E-4334-ACB7-F2FA90F190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290508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  <p:sp>
        <p:nvSpPr>
          <p:cNvPr id="30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7EA98078-7EAF-4581-923B-BCD15A2A257E}"/>
              </a:ext>
            </a:extLst>
          </p:cNvPr>
          <p:cNvSpPr>
            <a:spLocks xmlns:a="http://schemas.openxmlformats.org/drawingml/2006/main" noGrp="1"/>
          </p:cNvSpPr>
          <p:nvPr>
            <p:ph type="pic" idx="59" hasCustomPrompt="1"/>
          </p:nvPr>
        </p:nvSpPr>
        <p:spPr>
          <a:xfrm xmlns:a="http://schemas.openxmlformats.org/drawingml/2006/main">
            <a:off x="4052075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  <p:sp>
        <p:nvSpPr>
          <p:cNvPr id="32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443199E8-68A9-4546-8543-4915CC0C5410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6813642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  <p:sp>
        <p:nvSpPr>
          <p:cNvPr id="34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7D111F3C-4DF5-4941-AC67-67B80936F5E9}"/>
              </a:ext>
            </a:extLst>
          </p:cNvPr>
          <p:cNvSpPr>
            <a:spLocks xmlns:a="http://schemas.openxmlformats.org/drawingml/2006/main" noGrp="1"/>
          </p:cNvSpPr>
          <p:nvPr>
            <p:ph type="pic" idx="67" hasCustomPrompt="1"/>
          </p:nvPr>
        </p:nvSpPr>
        <p:spPr>
          <a:xfrm xmlns:a="http://schemas.openxmlformats.org/drawingml/2006/main">
            <a:off x="9575208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79E89AF0-20DB-46F0-9A15-2E35A3D0BF5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223554" y="791473"/>
            <a:ext cx="4284617" cy="55744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 And Send To Back</a:t>
            </a:r>
            <a:endParaRPr/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16A177AD-A22D-4DBB-BF10-A6EEBF4613E6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947954" y="791473"/>
            <a:ext cx="2577737" cy="25833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</a:t>
            </a:r>
            <a:endParaRPr/>
          </a:p>
        </p:txBody>
      </p:sp>
      <p:sp>
        <p:nvSpPr>
          <p:cNvPr id="4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C037173-B5D0-413D-AC9E-FFD6E9E766F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8965475" y="791473"/>
            <a:ext cx="2577737" cy="25833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6_Contents slide layout">
    <p:bg>
      <p:bgPr>
        <a:blipFill xmlns:a="http://schemas.openxmlformats.org/drawingml/2006/main" rotWithShape="1">
          <a:blip xmlns:r="http://schemas.openxmlformats.org/officeDocument/2006/relationships" r:embed="Ref6fefdf83f146c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preserve="1" userDrawn="1">
  <p:cSld name="7_Contents slide layout">
    <p:bg>
      <p:bgPr>
        <a:solidFill xmlns:a="http://schemas.openxmlformats.org/drawingml/2006/main">
          <a:schemeClr val="accent5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F9B499-92A2-4E7D-8966-0C28480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2710"/>
            <a:ext cx="12192000" cy="46925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83052E92-DCFE-4CC2-BDE0-E540E1CB28C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208315"/>
            <a:ext cx="12192000" cy="44413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 And Send To Back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8_Contents slide layout">
    <p:bg>
      <p:bgPr>
        <a:blipFill xmlns:a="http://schemas.openxmlformats.org/drawingml/2006/main" rotWithShape="1">
          <a:blip xmlns:r="http://schemas.openxmlformats.org/officeDocument/2006/relationships" r:embed="R77ebe8e7d18e48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FF7BDD8C-DBA7-4764-A656-F9194271143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785633" y="1708875"/>
            <a:ext cx="6624970" cy="282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tIns="720000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Your Image And Send To Back</a:t>
            </a:r>
            <a:endParaRPr/>
          </a:p>
        </p:txBody>
      </p:sp>
      <p:sp>
        <p:nvSpPr>
          <p:cNvPr id="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88D4141-DDEB-40F4-B784-0C7E8499AC0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10_Contents slide layout">
    <p:bg>
      <p:bgPr>
        <a:blipFill xmlns:a="http://schemas.openxmlformats.org/drawingml/2006/main" rotWithShape="1">
          <a:blip xmlns:r="http://schemas.openxmlformats.org/officeDocument/2006/relationships" r:embed="Rd1a6945f056547b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8F181D7-1D78-4A9F-891E-7FF1339D8D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15620" y="1422245"/>
            <a:ext cx="7176380" cy="4680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Your Picture Here </a:t>
            </a:r>
            <a:endParaRPr/>
          </a:p>
        </p:txBody>
      </p:sp>
      <p:sp>
        <p:nvSpPr>
          <p:cNvPr id="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CB2D35DD-3012-4060-B307-222D845BBC7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2_Contents slide layout">
    <p:bg>
      <p:bgPr>
        <a:blipFill xmlns:a="http://schemas.openxmlformats.org/drawingml/2006/main" rotWithShape="1">
          <a:blip xmlns:r="http://schemas.openxmlformats.org/officeDocument/2006/relationships" r:embed="R74e3ee296320435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6F6EC6F-CD4C-4990-A245-26A2E187E70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5161" y="1953290"/>
            <a:ext cx="7356839" cy="21986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2540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Place Your Picture Here</a:t>
            </a:r>
            <a:endParaRPr/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3A2E5076-EB3B-4F2A-B1CA-DF4FCDC804C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4_Contents slide layout">
    <p:bg>
      <p:bgPr>
        <a:blipFill xmlns:a="http://schemas.openxmlformats.org/drawingml/2006/main" rotWithShape="1">
          <a:blip xmlns:r="http://schemas.openxmlformats.org/officeDocument/2006/relationships" r:embed="R1d48e01893104e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2E3BCD6D-C303-4864-B3F7-57504C804BA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406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 xmlns:a="http://schemas.openxmlformats.org/drawingml/2006/main">
            <a:r>
              <a:t>Insert Your Image And Send To Back</a:t>
            </a:r>
            <a:endParaRPr/>
          </a:p>
        </p:txBody>
      </p:sp>
      <p:sp>
        <p:nvSpPr>
          <p:cNvPr id="3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3467D47C-FBB8-4493-8D52-7F3F238780F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68001" y="3429000"/>
            <a:ext cx="406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 xmlns:a="http://schemas.openxmlformats.org/drawingml/2006/main">
            <a:r>
              <a:t>Insert Your Image And Send To Back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17_Contents slide layout">
    <p:bg>
      <p:bgPr>
        <a:blipFill xmlns:a="http://schemas.openxmlformats.org/drawingml/2006/main" rotWithShape="1">
          <a:blip xmlns:r="http://schemas.openxmlformats.org/officeDocument/2006/relationships" r:embed="R9fed6e5a28c7406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preserve="1" userDrawn="1">
  <p:cSld name="16_Contents slide layout">
    <p:bg>
      <p:bgPr>
        <a:blipFill xmlns:a="http://schemas.openxmlformats.org/drawingml/2006/main" rotWithShape="1">
          <a:blip xmlns:r="http://schemas.openxmlformats.org/officeDocument/2006/relationships" r:embed="R313c002553694ef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preserve="1" userDrawn="1">
  <p:cSld name="PNG sets layout">
    <p:bg>
      <p:bgPr>
        <a:blipFill xmlns:a="http://schemas.openxmlformats.org/drawingml/2006/main" rotWithShape="1">
          <a:blip xmlns:r="http://schemas.openxmlformats.org/officeDocument/2006/relationships" r:embed="Rc85fb166d98248d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AC349C2B-7BFB-4015-8413-389B80F05D3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332482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PNG &amp; Shapes Layout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00BAFBB-9124-4EA2-AFB5-046DCB04F54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123478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Icon Sets Layout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2B24B03-07F5-4A74-9DEA-E4CB835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0" y="1131591"/>
            <a:ext cx="3560767" cy="5402561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1"/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62C3F33-8B5C-4DF3-BD8A-6EA0778D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33" y="1347500"/>
            <a:ext cx="153868" cy="501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alpha val="41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 xmlns:a="http://schemas.openxmlformats.org/drawingml/2006/main">
              <a:ext uri="{FF2B5EF4-FFF2-40B4-BE49-F238E27FC236}">
                <a16:creationId xmlns:a16="http://schemas.microsoft.com/office/drawing/2014/main" id="{08D60914-C783-4215-94CD-4BC4FA7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57177" y="1276653"/>
            <a:ext cx="685849" cy="685148"/>
          </a:xfrm>
          <a:prstGeom xmlns:a="http://schemas.openxmlformats.org/drawingml/2006/main" prst="halfFrame">
            <a:avLst>
              <a:gd name="adj1" fmla="val 23728"/>
              <a:gd name="adj2" fmla="val 24642"/>
            </a:avLst>
          </a:prstGeom>
          <a:solidFill xmlns:a="http://schemas.openxmlformats.org/drawingml/2006/main">
            <a:schemeClr val="bg1">
              <a:alpha val="2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4" y="1637214"/>
            <a:ext cx="223224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You can Resize without losing quality</a:t>
            </a:r>
            <a:endParaRPr sz="1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4" y="2127463"/>
            <a:ext cx="223224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You can Change Fill Color &amp;</a:t>
            </a:r>
          </a:p>
          <a:p xmlns:a="http://schemas.openxmlformats.org/drawingml/2006/main"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Line Color</a:t>
            </a:r>
            <a:endParaRPr sz="1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29" y="5808438"/>
            <a:ext cx="223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www.allppt.com</a:t>
            </a:r>
            <a:endParaRPr sz="14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29" y="4450324"/>
            <a:ext cx="2717296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FREE </a:t>
            </a:r>
          </a:p>
          <a:p xmlns:a="http://schemas.openxmlformats.org/drawingml/2006/main">
            <a:r>
              <a:rPr sz="28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PPT TEMPLATES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Section Break Slide layout">
    <p:bg>
      <p:bgPr>
        <a:blipFill xmlns:a="http://schemas.openxmlformats.org/drawingml/2006/main" rotWithShape="1">
          <a:blip xmlns:r="http://schemas.openxmlformats.org/officeDocument/2006/relationships" r:embed="Ra7b3f8921b6f4d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2f32dabb5b4bb7" /><Relationship Type="http://schemas.openxmlformats.org/officeDocument/2006/relationships/slideLayout" Target="/ppt/slideLayouts/slideLayout1.xml" Id="R42b34a60c1e24c0b" /><Relationship Type="http://schemas.openxmlformats.org/officeDocument/2006/relationships/slideLayout" Target="/ppt/slideLayouts/slideLayout2.xml" Id="R0f1c8cbd05644bb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293f2301cb04366" /><Relationship Type="http://schemas.openxmlformats.org/officeDocument/2006/relationships/slideLayout" Target="/ppt/slideLayouts/slideLayout3.xml" Id="R1b72ac4fbd5f409e" /><Relationship Type="http://schemas.openxmlformats.org/officeDocument/2006/relationships/slideLayout" Target="/ppt/slideLayouts/slideLayout4.xml" Id="R1b18045693f441d8" /><Relationship Type="http://schemas.openxmlformats.org/officeDocument/2006/relationships/slideLayout" Target="/ppt/slideLayouts/slideLayout5.xml" Id="R821baf67a06047b8" /><Relationship Type="http://schemas.openxmlformats.org/officeDocument/2006/relationships/slideLayout" Target="/ppt/slideLayouts/slideLayout6.xml" Id="R8738446524164ed9" /><Relationship Type="http://schemas.openxmlformats.org/officeDocument/2006/relationships/slideLayout" Target="/ppt/slideLayouts/slideLayout7.xml" Id="R11e5e5f79391420d" /><Relationship Type="http://schemas.openxmlformats.org/officeDocument/2006/relationships/slideLayout" Target="/ppt/slideLayouts/slideLayout8.xml" Id="R1b5e49f3ff484764" /><Relationship Type="http://schemas.openxmlformats.org/officeDocument/2006/relationships/slideLayout" Target="/ppt/slideLayouts/slideLayout9.xml" Id="Rf9d7d86cf02641b3" /><Relationship Type="http://schemas.openxmlformats.org/officeDocument/2006/relationships/slideLayout" Target="/ppt/slideLayouts/slideLayout10.xml" Id="R86a4f08b944847e4" /><Relationship Type="http://schemas.openxmlformats.org/officeDocument/2006/relationships/slideLayout" Target="/ppt/slideLayouts/slideLayout11.xml" Id="Rd94c947f4ddb4708" /><Relationship Type="http://schemas.openxmlformats.org/officeDocument/2006/relationships/slideLayout" Target="/ppt/slideLayouts/slideLayout12.xml" Id="R4cc0a0015d8b4242" /><Relationship Type="http://schemas.openxmlformats.org/officeDocument/2006/relationships/slideLayout" Target="/ppt/slideLayouts/slideLayout13.xml" Id="Red6ba5e4ecbe4d9a" /><Relationship Type="http://schemas.openxmlformats.org/officeDocument/2006/relationships/slideLayout" Target="/ppt/slideLayouts/slideLayout14.xml" Id="Rfdbfd154877f4280" /><Relationship Type="http://schemas.openxmlformats.org/officeDocument/2006/relationships/slideLayout" Target="/ppt/slideLayouts/slideLayout15.xml" Id="R791622648b864a44" /><Relationship Type="http://schemas.openxmlformats.org/officeDocument/2006/relationships/slideLayout" Target="/ppt/slideLayouts/slideLayout16.xml" Id="Rfb755928184b4bf7" /><Relationship Type="http://schemas.openxmlformats.org/officeDocument/2006/relationships/slideLayout" Target="/ppt/slideLayouts/slideLayout17.xml" Id="Rdaab768d45bd4608" /><Relationship Type="http://schemas.openxmlformats.org/officeDocument/2006/relationships/slideLayout" Target="/ppt/slideLayouts/slideLayout18.xml" Id="Rb85dbfeb145e4f91" /><Relationship Type="http://schemas.openxmlformats.org/officeDocument/2006/relationships/slideLayout" Target="/ppt/slideLayouts/slideLayout19.xml" Id="Rfab7104028424163" /><Relationship Type="http://schemas.openxmlformats.org/officeDocument/2006/relationships/slideLayout" Target="/ppt/slideLayouts/slideLayout20.xml" Id="R91827690680949e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dd4d0cc15634ae1" /><Relationship Type="http://schemas.openxmlformats.org/officeDocument/2006/relationships/slideLayout" Target="/ppt/slideLayouts/slideLayout21.xml" Id="Rd5545322791943c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34a60c1e24c0b"/>
    <p:sldLayoutId xmlns:r="http://schemas.openxmlformats.org/officeDocument/2006/relationships" id="2147483650" r:id="R0f1c8cbd05644bb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1b72ac4fbd5f409e"/>
    <p:sldLayoutId xmlns:r="http://schemas.openxmlformats.org/officeDocument/2006/relationships" id="2147483653" r:id="R1b18045693f441d8"/>
    <p:sldLayoutId xmlns:r="http://schemas.openxmlformats.org/officeDocument/2006/relationships" id="2147483654" r:id="R821baf67a06047b8"/>
    <p:sldLayoutId xmlns:r="http://schemas.openxmlformats.org/officeDocument/2006/relationships" id="2147483655" r:id="R8738446524164ed9"/>
    <p:sldLayoutId xmlns:r="http://schemas.openxmlformats.org/officeDocument/2006/relationships" id="2147483656" r:id="R11e5e5f79391420d"/>
    <p:sldLayoutId xmlns:r="http://schemas.openxmlformats.org/officeDocument/2006/relationships" id="2147483657" r:id="R1b5e49f3ff484764"/>
    <p:sldLayoutId xmlns:r="http://schemas.openxmlformats.org/officeDocument/2006/relationships" id="2147483658" r:id="Rf9d7d86cf02641b3"/>
    <p:sldLayoutId xmlns:r="http://schemas.openxmlformats.org/officeDocument/2006/relationships" id="2147483659" r:id="R86a4f08b944847e4"/>
    <p:sldLayoutId xmlns:r="http://schemas.openxmlformats.org/officeDocument/2006/relationships" id="2147483660" r:id="Rd94c947f4ddb4708"/>
    <p:sldLayoutId xmlns:r="http://schemas.openxmlformats.org/officeDocument/2006/relationships" id="2147483661" r:id="R4cc0a0015d8b4242"/>
    <p:sldLayoutId xmlns:r="http://schemas.openxmlformats.org/officeDocument/2006/relationships" id="2147483662" r:id="Red6ba5e4ecbe4d9a"/>
    <p:sldLayoutId xmlns:r="http://schemas.openxmlformats.org/officeDocument/2006/relationships" id="2147483663" r:id="Rfdbfd154877f4280"/>
    <p:sldLayoutId xmlns:r="http://schemas.openxmlformats.org/officeDocument/2006/relationships" id="2147483664" r:id="R791622648b864a44"/>
    <p:sldLayoutId xmlns:r="http://schemas.openxmlformats.org/officeDocument/2006/relationships" id="2147483665" r:id="Rfb755928184b4bf7"/>
    <p:sldLayoutId xmlns:r="http://schemas.openxmlformats.org/officeDocument/2006/relationships" id="2147483666" r:id="Rdaab768d45bd4608"/>
    <p:sldLayoutId xmlns:r="http://schemas.openxmlformats.org/officeDocument/2006/relationships" id="2147483667" r:id="Rb85dbfeb145e4f91"/>
    <p:sldLayoutId xmlns:r="http://schemas.openxmlformats.org/officeDocument/2006/relationships" id="2147483668" r:id="Rfab7104028424163"/>
    <p:sldLayoutId xmlns:r="http://schemas.openxmlformats.org/officeDocument/2006/relationships" id="2147483669" r:id="R91827690680949e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d5545322791943c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ontents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Section Break Slide Master">
  <a:themeElements>
    <a:clrScheme name="ALLPPT-628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ALLPPT-62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9015b00c54f88" /><Relationship Type="http://schemas.openxmlformats.org/officeDocument/2006/relationships/hyperlink" Target="http://www.free-powerpoint-templates-design.com/" TargetMode="External" Id="R4ee00ec2a45c453c" /><Relationship Type="http://schemas.openxmlformats.org/officeDocument/2006/relationships/hyperlink" Target="http://www.free-powerpoint-templates-design.com/" TargetMode="External" Id="R44896fa9d9ed4469" /><Relationship Type="http://schemas.openxmlformats.org/officeDocument/2006/relationships/notesSlide" Target="/ppt/notesSlides/notesSlide1.xml" Id="Rb11452041b47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72bad768f74587" /><Relationship Type="http://schemas.openxmlformats.org/officeDocument/2006/relationships/notesSlide" Target="/ppt/notesSlides/notesSlide2.xml" Id="Rb0ef1530d58a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58698ccb013a4f44" /><Relationship Type="http://schemas.openxmlformats.org/officeDocument/2006/relationships/notesSlide" Target="/ppt/notesSlides/notesSlide3.xml" Id="Rfd363bb0123f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0869370f80404c" /><Relationship Type="http://schemas.openxmlformats.org/officeDocument/2006/relationships/notesSlide" Target="/ppt/notesSlides/notesSlide4.xml" Id="R61818089adc74a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4bef79022e46bb" /><Relationship Type="http://schemas.openxmlformats.org/officeDocument/2006/relationships/notesSlide" Target="/ppt/notesSlides/notesSlide5.xml" Id="Ra8bd00cae8c844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2c5676b7709482a" /><Relationship Type="http://schemas.openxmlformats.org/officeDocument/2006/relationships/notesSlide" Target="/ppt/notesSlides/notesSlide6.xml" Id="R8bd6f54c9c6342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42abc459294e7d" /><Relationship Type="http://schemas.openxmlformats.org/officeDocument/2006/relationships/notesSlide" Target="/ppt/notesSlides/notesSlide7.xml" Id="Re8e63d4f527345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a48654e45642f3" /><Relationship Type="http://schemas.openxmlformats.org/officeDocument/2006/relationships/notesSlide" Target="/ppt/notesSlides/notesSlide8.xml" Id="Rafe27301a2cf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482c7334ec41d2" /><Relationship Type="http://schemas.openxmlformats.org/officeDocument/2006/relationships/notesSlide" Target="/ppt/notesSlides/notesSlide9.xml" Id="R71aae62929a845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e952c153f4aaa" /><Relationship Type="http://schemas.openxmlformats.org/officeDocument/2006/relationships/notesSlide" Target="/ppt/notesSlides/notesSlide10.xml" Id="R0f028e8c06a043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ea3809e12e428f" /><Relationship Type="http://schemas.openxmlformats.org/officeDocument/2006/relationships/notesSlide" Target="/ppt/notesSlides/notesSlide11.xml" Id="Rc07fb05cfe404a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74d3053092455d" /><Relationship Type="http://schemas.openxmlformats.org/officeDocument/2006/relationships/notesSlide" Target="/ppt/notesSlides/notesSlide12.xml" Id="Rbca693ed115447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a5d32e01544e7b" /><Relationship Type="http://schemas.openxmlformats.org/officeDocument/2006/relationships/notesSlide" Target="/ppt/notesSlides/notesSlide13.xml" Id="R10a81d6acfff43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ffc8d0fa844ded" /><Relationship Type="http://schemas.openxmlformats.org/officeDocument/2006/relationships/notesSlide" Target="/ppt/notesSlides/notesSlide14.xml" Id="R582c0e299da04d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d0339b12734f2e" /><Relationship Type="http://schemas.openxmlformats.org/officeDocument/2006/relationships/notesSlide" Target="/ppt/notesSlides/notesSlide15.xml" Id="Ra519342b308148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5d93fc3e534f6e" /><Relationship Type="http://schemas.openxmlformats.org/officeDocument/2006/relationships/notesSlide" Target="/ppt/notesSlides/notesSlide16.xml" Id="Rfc79d3f4a7db4a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a6b9307a004c91" /><Relationship Type="http://schemas.openxmlformats.org/officeDocument/2006/relationships/notesSlide" Target="/ppt/notesSlides/notesSlide17.xml" Id="Rad22c461f0314a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56a5636587a24a90" /><Relationship Type="http://schemas.openxmlformats.org/officeDocument/2006/relationships/notesSlide" Target="/ppt/notesSlides/notesSlide18.xml" Id="R9efa4bd3d11a48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e9736d82c425d" /><Relationship Type="http://schemas.openxmlformats.org/officeDocument/2006/relationships/notesSlide" Target="/ppt/notesSlides/notesSlide19.xml" Id="Rf47682b8c50146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88c55c0e624f2f" /><Relationship Type="http://schemas.openxmlformats.org/officeDocument/2006/relationships/notesSlide" Target="/ppt/notesSlides/notesSlide20.xml" Id="Rbda97ec0e47f48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9eb75b829240413c" /><Relationship Type="http://schemas.openxmlformats.org/officeDocument/2006/relationships/notesSlide" Target="/ppt/notesSlides/notesSlide21.xml" Id="Rde07b221b2334c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Box 22">
            <a:hlinkClick xmlns:r="http://schemas.openxmlformats.org/officeDocument/2006/relationships" xmlns:a="http://schemas.openxmlformats.org/drawingml/2006/main" r:id="R4ee00ec2a45c453c"/>
            <a:extLst xmlns:a="http://schemas.openxmlformats.org/drawingml/2006/main">
              <a:ext uri="{FF2B5EF4-FFF2-40B4-BE49-F238E27FC236}">
                <a16:creationId xmlns:a16="http://schemas.microsoft.com/office/drawing/2014/main" id="{D6A79285-3107-4BC0-8875-8EF27C5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68" y="6117628"/>
            <a:ext cx="528610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bg1"/>
                </a:solidFill>
                <a:hlinkClick xmlns:r="http://schemas.openxmlformats.org/officeDocument/2006/relationships" r:id="R44896fa9d9ed4469"/>
              </a:rPr>
              <a:t/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8B135A4-E404-492F-A148-A6DA3E1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67" y="3130359"/>
            <a:ext cx="5286102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schemeClr val="bg1"/>
                </a:solidFill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40B7C1A-C50C-404D-A7B2-1762B76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67" y="5715682"/>
            <a:ext cx="5286102" cy="37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867">
                <a:solidFill>
                  <a:schemeClr val="bg1"/>
                </a:solidFill>
              </a:rPr>
              <a:t/>
            </a:r>
            <a:endParaRPr sz="1867">
              <a:solidFill>
                <a:schemeClr val="bg1"/>
              </a:solidFill>
            </a:endParaRPr>
          </a:p>
        </p:txBody>
      </p:sp>
      <p:sp>
        <p:nvSpPr>
          <p:cNvPr id="36" name="자유형: 도형 35">
            <a:extLst xmlns:a="http://schemas.openxmlformats.org/drawingml/2006/main">
              <a:ext uri="{FF2B5EF4-FFF2-40B4-BE49-F238E27FC236}">
                <a16:creationId xmlns:a16="http://schemas.microsoft.com/office/drawing/2014/main" id="{3A81106C-4A25-414A-B03C-328D3D3E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67" y="512930"/>
            <a:ext cx="1684599" cy="432917"/>
          </a:xfrm>
          <a:custGeom xmlns:a="http://schemas.openxmlformats.org/drawingml/2006/main">
            <a:gdLst>
              <a:gd name="connsiteX0" fmla="*/ 1270457 w 1684599"/>
              <a:gd name="connsiteY0" fmla="*/ 318010 h 432917"/>
              <a:gd name="connsiteX1" fmla="*/ 1282754 w 1684599"/>
              <a:gd name="connsiteY1" fmla="*/ 318010 h 432917"/>
              <a:gd name="connsiteX2" fmla="*/ 1282754 w 1684599"/>
              <a:gd name="connsiteY2" fmla="*/ 328456 h 432917"/>
              <a:gd name="connsiteX3" fmla="*/ 1270457 w 1684599"/>
              <a:gd name="connsiteY3" fmla="*/ 328456 h 432917"/>
              <a:gd name="connsiteX4" fmla="*/ 1388670 w 1684599"/>
              <a:gd name="connsiteY4" fmla="*/ 282441 h 432917"/>
              <a:gd name="connsiteX5" fmla="*/ 1375712 w 1684599"/>
              <a:gd name="connsiteY5" fmla="*/ 287069 h 432917"/>
              <a:gd name="connsiteX6" fmla="*/ 1370819 w 1684599"/>
              <a:gd name="connsiteY6" fmla="*/ 301217 h 432917"/>
              <a:gd name="connsiteX7" fmla="*/ 1375844 w 1684599"/>
              <a:gd name="connsiteY7" fmla="*/ 315234 h 432917"/>
              <a:gd name="connsiteX8" fmla="*/ 1388670 w 1684599"/>
              <a:gd name="connsiteY8" fmla="*/ 319994 h 432917"/>
              <a:gd name="connsiteX9" fmla="*/ 1401364 w 1684599"/>
              <a:gd name="connsiteY9" fmla="*/ 315234 h 432917"/>
              <a:gd name="connsiteX10" fmla="*/ 1406389 w 1684599"/>
              <a:gd name="connsiteY10" fmla="*/ 300953 h 432917"/>
              <a:gd name="connsiteX11" fmla="*/ 1401496 w 1684599"/>
              <a:gd name="connsiteY11" fmla="*/ 286937 h 432917"/>
              <a:gd name="connsiteX12" fmla="*/ 1388670 w 1684599"/>
              <a:gd name="connsiteY12" fmla="*/ 282441 h 432917"/>
              <a:gd name="connsiteX13" fmla="*/ 1425033 w 1684599"/>
              <a:gd name="connsiteY13" fmla="*/ 273846 h 432917"/>
              <a:gd name="connsiteX14" fmla="*/ 1444339 w 1684599"/>
              <a:gd name="connsiteY14" fmla="*/ 273846 h 432917"/>
              <a:gd name="connsiteX15" fmla="*/ 1455975 w 1684599"/>
              <a:gd name="connsiteY15" fmla="*/ 311134 h 432917"/>
              <a:gd name="connsiteX16" fmla="*/ 1467479 w 1684599"/>
              <a:gd name="connsiteY16" fmla="*/ 273846 h 432917"/>
              <a:gd name="connsiteX17" fmla="*/ 1486916 w 1684599"/>
              <a:gd name="connsiteY17" fmla="*/ 273846 h 432917"/>
              <a:gd name="connsiteX18" fmla="*/ 1486916 w 1684599"/>
              <a:gd name="connsiteY18" fmla="*/ 328456 h 432917"/>
              <a:gd name="connsiteX19" fmla="*/ 1474883 w 1684599"/>
              <a:gd name="connsiteY19" fmla="*/ 328456 h 432917"/>
              <a:gd name="connsiteX20" fmla="*/ 1474883 w 1684599"/>
              <a:gd name="connsiteY20" fmla="*/ 285482 h 432917"/>
              <a:gd name="connsiteX21" fmla="*/ 1462190 w 1684599"/>
              <a:gd name="connsiteY21" fmla="*/ 328456 h 432917"/>
              <a:gd name="connsiteX22" fmla="*/ 1449760 w 1684599"/>
              <a:gd name="connsiteY22" fmla="*/ 328456 h 432917"/>
              <a:gd name="connsiteX23" fmla="*/ 1437066 w 1684599"/>
              <a:gd name="connsiteY23" fmla="*/ 285482 h 432917"/>
              <a:gd name="connsiteX24" fmla="*/ 1437066 w 1684599"/>
              <a:gd name="connsiteY24" fmla="*/ 328456 h 432917"/>
              <a:gd name="connsiteX25" fmla="*/ 1425033 w 1684599"/>
              <a:gd name="connsiteY25" fmla="*/ 328456 h 432917"/>
              <a:gd name="connsiteX26" fmla="*/ 1388538 w 1684599"/>
              <a:gd name="connsiteY26" fmla="*/ 272920 h 432917"/>
              <a:gd name="connsiteX27" fmla="*/ 1411149 w 1684599"/>
              <a:gd name="connsiteY27" fmla="*/ 280457 h 432917"/>
              <a:gd name="connsiteX28" fmla="*/ 1419612 w 1684599"/>
              <a:gd name="connsiteY28" fmla="*/ 301217 h 432917"/>
              <a:gd name="connsiteX29" fmla="*/ 1411149 w 1684599"/>
              <a:gd name="connsiteY29" fmla="*/ 321845 h 432917"/>
              <a:gd name="connsiteX30" fmla="*/ 1388538 w 1684599"/>
              <a:gd name="connsiteY30" fmla="*/ 329250 h 432917"/>
              <a:gd name="connsiteX31" fmla="*/ 1365795 w 1684599"/>
              <a:gd name="connsiteY31" fmla="*/ 321845 h 432917"/>
              <a:gd name="connsiteX32" fmla="*/ 1357332 w 1684599"/>
              <a:gd name="connsiteY32" fmla="*/ 301350 h 432917"/>
              <a:gd name="connsiteX33" fmla="*/ 1360241 w 1684599"/>
              <a:gd name="connsiteY33" fmla="*/ 287333 h 432917"/>
              <a:gd name="connsiteX34" fmla="*/ 1366191 w 1684599"/>
              <a:gd name="connsiteY34" fmla="*/ 279796 h 432917"/>
              <a:gd name="connsiteX35" fmla="*/ 1374522 w 1684599"/>
              <a:gd name="connsiteY35" fmla="*/ 274904 h 432917"/>
              <a:gd name="connsiteX36" fmla="*/ 1388538 w 1684599"/>
              <a:gd name="connsiteY36" fmla="*/ 272920 h 432917"/>
              <a:gd name="connsiteX37" fmla="*/ 1322688 w 1684599"/>
              <a:gd name="connsiteY37" fmla="*/ 272920 h 432917"/>
              <a:gd name="connsiteX38" fmla="*/ 1341729 w 1684599"/>
              <a:gd name="connsiteY38" fmla="*/ 278871 h 432917"/>
              <a:gd name="connsiteX39" fmla="*/ 1348340 w 1684599"/>
              <a:gd name="connsiteY39" fmla="*/ 288920 h 432917"/>
              <a:gd name="connsiteX40" fmla="*/ 1335514 w 1684599"/>
              <a:gd name="connsiteY40" fmla="*/ 291565 h 432917"/>
              <a:gd name="connsiteX41" fmla="*/ 1330754 w 1684599"/>
              <a:gd name="connsiteY41" fmla="*/ 284821 h 432917"/>
              <a:gd name="connsiteX42" fmla="*/ 1322027 w 1684599"/>
              <a:gd name="connsiteY42" fmla="*/ 282309 h 432917"/>
              <a:gd name="connsiteX43" fmla="*/ 1310523 w 1684599"/>
              <a:gd name="connsiteY43" fmla="*/ 286672 h 432917"/>
              <a:gd name="connsiteX44" fmla="*/ 1306027 w 1684599"/>
              <a:gd name="connsiteY44" fmla="*/ 300821 h 432917"/>
              <a:gd name="connsiteX45" fmla="*/ 1310390 w 1684599"/>
              <a:gd name="connsiteY45" fmla="*/ 315630 h 432917"/>
              <a:gd name="connsiteX46" fmla="*/ 1321762 w 1684599"/>
              <a:gd name="connsiteY46" fmla="*/ 319994 h 432917"/>
              <a:gd name="connsiteX47" fmla="*/ 1330622 w 1684599"/>
              <a:gd name="connsiteY47" fmla="*/ 317217 h 432917"/>
              <a:gd name="connsiteX48" fmla="*/ 1335911 w 1684599"/>
              <a:gd name="connsiteY48" fmla="*/ 308490 h 432917"/>
              <a:gd name="connsiteX49" fmla="*/ 1348472 w 1684599"/>
              <a:gd name="connsiteY49" fmla="*/ 311928 h 432917"/>
              <a:gd name="connsiteX50" fmla="*/ 1338820 w 1684599"/>
              <a:gd name="connsiteY50" fmla="*/ 325151 h 432917"/>
              <a:gd name="connsiteX51" fmla="*/ 1321762 w 1684599"/>
              <a:gd name="connsiteY51" fmla="*/ 329514 h 432917"/>
              <a:gd name="connsiteX52" fmla="*/ 1300738 w 1684599"/>
              <a:gd name="connsiteY52" fmla="*/ 322109 h 432917"/>
              <a:gd name="connsiteX53" fmla="*/ 1292540 w 1684599"/>
              <a:gd name="connsiteY53" fmla="*/ 301746 h 432917"/>
              <a:gd name="connsiteX54" fmla="*/ 1300738 w 1684599"/>
              <a:gd name="connsiteY54" fmla="*/ 280590 h 432917"/>
              <a:gd name="connsiteX55" fmla="*/ 1322688 w 1684599"/>
              <a:gd name="connsiteY55" fmla="*/ 272920 h 432917"/>
              <a:gd name="connsiteX56" fmla="*/ 1016180 w 1684599"/>
              <a:gd name="connsiteY56" fmla="*/ 134080 h 432917"/>
              <a:gd name="connsiteX57" fmla="*/ 1016180 w 1684599"/>
              <a:gd name="connsiteY57" fmla="*/ 200723 h 432917"/>
              <a:gd name="connsiteX58" fmla="*/ 1039055 w 1684599"/>
              <a:gd name="connsiteY58" fmla="*/ 200723 h 432917"/>
              <a:gd name="connsiteX59" fmla="*/ 1072113 w 1684599"/>
              <a:gd name="connsiteY59" fmla="*/ 197021 h 432917"/>
              <a:gd name="connsiteX60" fmla="*/ 1085203 w 1684599"/>
              <a:gd name="connsiteY60" fmla="*/ 185517 h 432917"/>
              <a:gd name="connsiteX61" fmla="*/ 1089964 w 1684599"/>
              <a:gd name="connsiteY61" fmla="*/ 167269 h 432917"/>
              <a:gd name="connsiteX62" fmla="*/ 1083352 w 1684599"/>
              <a:gd name="connsiteY62" fmla="*/ 146113 h 432917"/>
              <a:gd name="connsiteX63" fmla="*/ 1066559 w 1684599"/>
              <a:gd name="connsiteY63" fmla="*/ 135667 h 432917"/>
              <a:gd name="connsiteX64" fmla="*/ 1036411 w 1684599"/>
              <a:gd name="connsiteY64" fmla="*/ 134080 h 432917"/>
              <a:gd name="connsiteX65" fmla="*/ 822993 w 1684599"/>
              <a:gd name="connsiteY65" fmla="*/ 134080 h 432917"/>
              <a:gd name="connsiteX66" fmla="*/ 822993 w 1684599"/>
              <a:gd name="connsiteY66" fmla="*/ 200723 h 432917"/>
              <a:gd name="connsiteX67" fmla="*/ 845869 w 1684599"/>
              <a:gd name="connsiteY67" fmla="*/ 200723 h 432917"/>
              <a:gd name="connsiteX68" fmla="*/ 878926 w 1684599"/>
              <a:gd name="connsiteY68" fmla="*/ 197021 h 432917"/>
              <a:gd name="connsiteX69" fmla="*/ 892017 w 1684599"/>
              <a:gd name="connsiteY69" fmla="*/ 185517 h 432917"/>
              <a:gd name="connsiteX70" fmla="*/ 896777 w 1684599"/>
              <a:gd name="connsiteY70" fmla="*/ 167269 h 432917"/>
              <a:gd name="connsiteX71" fmla="*/ 890166 w 1684599"/>
              <a:gd name="connsiteY71" fmla="*/ 146113 h 432917"/>
              <a:gd name="connsiteX72" fmla="*/ 873373 w 1684599"/>
              <a:gd name="connsiteY72" fmla="*/ 135667 h 432917"/>
              <a:gd name="connsiteX73" fmla="*/ 843224 w 1684599"/>
              <a:gd name="connsiteY73" fmla="*/ 134080 h 432917"/>
              <a:gd name="connsiteX74" fmla="*/ 626501 w 1684599"/>
              <a:gd name="connsiteY74" fmla="*/ 103271 h 432917"/>
              <a:gd name="connsiteX75" fmla="*/ 645278 w 1684599"/>
              <a:gd name="connsiteY75" fmla="*/ 103800 h 432917"/>
              <a:gd name="connsiteX76" fmla="*/ 640121 w 1684599"/>
              <a:gd name="connsiteY76" fmla="*/ 319994 h 432917"/>
              <a:gd name="connsiteX77" fmla="*/ 743524 w 1684599"/>
              <a:gd name="connsiteY77" fmla="*/ 319994 h 432917"/>
              <a:gd name="connsiteX78" fmla="*/ 743524 w 1684599"/>
              <a:gd name="connsiteY78" fmla="*/ 338902 h 432917"/>
              <a:gd name="connsiteX79" fmla="*/ 620948 w 1684599"/>
              <a:gd name="connsiteY79" fmla="*/ 338902 h 432917"/>
              <a:gd name="connsiteX80" fmla="*/ 475496 w 1684599"/>
              <a:gd name="connsiteY80" fmla="*/ 103271 h 432917"/>
              <a:gd name="connsiteX81" fmla="*/ 494272 w 1684599"/>
              <a:gd name="connsiteY81" fmla="*/ 103800 h 432917"/>
              <a:gd name="connsiteX82" fmla="*/ 489644 w 1684599"/>
              <a:gd name="connsiteY82" fmla="*/ 319994 h 432917"/>
              <a:gd name="connsiteX83" fmla="*/ 583527 w 1684599"/>
              <a:gd name="connsiteY83" fmla="*/ 319994 h 432917"/>
              <a:gd name="connsiteX84" fmla="*/ 583527 w 1684599"/>
              <a:gd name="connsiteY84" fmla="*/ 338902 h 432917"/>
              <a:gd name="connsiteX85" fmla="*/ 470339 w 1684599"/>
              <a:gd name="connsiteY85" fmla="*/ 338902 h 432917"/>
              <a:gd name="connsiteX86" fmla="*/ 340754 w 1684599"/>
              <a:gd name="connsiteY86" fmla="*/ 103271 h 432917"/>
              <a:gd name="connsiteX87" fmla="*/ 441645 w 1684599"/>
              <a:gd name="connsiteY87" fmla="*/ 332422 h 432917"/>
              <a:gd name="connsiteX88" fmla="*/ 424191 w 1684599"/>
              <a:gd name="connsiteY88" fmla="*/ 338902 h 432917"/>
              <a:gd name="connsiteX89" fmla="*/ 341019 w 1684599"/>
              <a:gd name="connsiteY89" fmla="*/ 150226 h 432917"/>
              <a:gd name="connsiteX90" fmla="*/ 262871 w 1684599"/>
              <a:gd name="connsiteY90" fmla="*/ 334133 h 432917"/>
              <a:gd name="connsiteX91" fmla="*/ 245285 w 1684599"/>
              <a:gd name="connsiteY91" fmla="*/ 327653 h 432917"/>
              <a:gd name="connsiteX92" fmla="*/ 1152640 w 1684599"/>
              <a:gd name="connsiteY92" fmla="*/ 94147 h 432917"/>
              <a:gd name="connsiteX93" fmla="*/ 1317530 w 1684599"/>
              <a:gd name="connsiteY93" fmla="*/ 94147 h 432917"/>
              <a:gd name="connsiteX94" fmla="*/ 1317530 w 1684599"/>
              <a:gd name="connsiteY94" fmla="*/ 133948 h 432917"/>
              <a:gd name="connsiteX95" fmla="*/ 1256176 w 1684599"/>
              <a:gd name="connsiteY95" fmla="*/ 133948 h 432917"/>
              <a:gd name="connsiteX96" fmla="*/ 1256176 w 1684599"/>
              <a:gd name="connsiteY96" fmla="*/ 329514 h 432917"/>
              <a:gd name="connsiteX97" fmla="*/ 1214259 w 1684599"/>
              <a:gd name="connsiteY97" fmla="*/ 329514 h 432917"/>
              <a:gd name="connsiteX98" fmla="*/ 1214259 w 1684599"/>
              <a:gd name="connsiteY98" fmla="*/ 133948 h 432917"/>
              <a:gd name="connsiteX99" fmla="*/ 1152640 w 1684599"/>
              <a:gd name="connsiteY99" fmla="*/ 133948 h 432917"/>
              <a:gd name="connsiteX100" fmla="*/ 974396 w 1684599"/>
              <a:gd name="connsiteY100" fmla="*/ 94147 h 432917"/>
              <a:gd name="connsiteX101" fmla="*/ 1041568 w 1684599"/>
              <a:gd name="connsiteY101" fmla="*/ 94147 h 432917"/>
              <a:gd name="connsiteX102" fmla="*/ 1091418 w 1684599"/>
              <a:gd name="connsiteY102" fmla="*/ 97717 h 432917"/>
              <a:gd name="connsiteX103" fmla="*/ 1121302 w 1684599"/>
              <a:gd name="connsiteY103" fmla="*/ 120725 h 432917"/>
              <a:gd name="connsiteX104" fmla="*/ 1133335 w 1684599"/>
              <a:gd name="connsiteY104" fmla="*/ 166608 h 432917"/>
              <a:gd name="connsiteX105" fmla="*/ 1126459 w 1684599"/>
              <a:gd name="connsiteY105" fmla="*/ 203103 h 432917"/>
              <a:gd name="connsiteX106" fmla="*/ 1108872 w 1684599"/>
              <a:gd name="connsiteY106" fmla="*/ 226243 h 432917"/>
              <a:gd name="connsiteX107" fmla="*/ 1087187 w 1684599"/>
              <a:gd name="connsiteY107" fmla="*/ 237350 h 432917"/>
              <a:gd name="connsiteX108" fmla="*/ 1043684 w 1684599"/>
              <a:gd name="connsiteY108" fmla="*/ 240656 h 432917"/>
              <a:gd name="connsiteX109" fmla="*/ 1016312 w 1684599"/>
              <a:gd name="connsiteY109" fmla="*/ 240656 h 432917"/>
              <a:gd name="connsiteX110" fmla="*/ 1016312 w 1684599"/>
              <a:gd name="connsiteY110" fmla="*/ 329382 h 432917"/>
              <a:gd name="connsiteX111" fmla="*/ 974396 w 1684599"/>
              <a:gd name="connsiteY111" fmla="*/ 329382 h 432917"/>
              <a:gd name="connsiteX112" fmla="*/ 781077 w 1684599"/>
              <a:gd name="connsiteY112" fmla="*/ 94147 h 432917"/>
              <a:gd name="connsiteX113" fmla="*/ 848249 w 1684599"/>
              <a:gd name="connsiteY113" fmla="*/ 94147 h 432917"/>
              <a:gd name="connsiteX114" fmla="*/ 898099 w 1684599"/>
              <a:gd name="connsiteY114" fmla="*/ 97717 h 432917"/>
              <a:gd name="connsiteX115" fmla="*/ 927983 w 1684599"/>
              <a:gd name="connsiteY115" fmla="*/ 120725 h 432917"/>
              <a:gd name="connsiteX116" fmla="*/ 940016 w 1684599"/>
              <a:gd name="connsiteY116" fmla="*/ 166608 h 432917"/>
              <a:gd name="connsiteX117" fmla="*/ 933140 w 1684599"/>
              <a:gd name="connsiteY117" fmla="*/ 203103 h 432917"/>
              <a:gd name="connsiteX118" fmla="*/ 915554 w 1684599"/>
              <a:gd name="connsiteY118" fmla="*/ 226243 h 432917"/>
              <a:gd name="connsiteX119" fmla="*/ 893868 w 1684599"/>
              <a:gd name="connsiteY119" fmla="*/ 237350 h 432917"/>
              <a:gd name="connsiteX120" fmla="*/ 850365 w 1684599"/>
              <a:gd name="connsiteY120" fmla="*/ 240656 h 432917"/>
              <a:gd name="connsiteX121" fmla="*/ 822993 w 1684599"/>
              <a:gd name="connsiteY121" fmla="*/ 240656 h 432917"/>
              <a:gd name="connsiteX122" fmla="*/ 822993 w 1684599"/>
              <a:gd name="connsiteY122" fmla="*/ 329382 h 432917"/>
              <a:gd name="connsiteX123" fmla="*/ 781077 w 1684599"/>
              <a:gd name="connsiteY123" fmla="*/ 329382 h 432917"/>
              <a:gd name="connsiteX124" fmla="*/ 216459 w 1684599"/>
              <a:gd name="connsiteY124" fmla="*/ 18776 h 432917"/>
              <a:gd name="connsiteX125" fmla="*/ 18776 w 1684599"/>
              <a:gd name="connsiteY125" fmla="*/ 216458 h 432917"/>
              <a:gd name="connsiteX126" fmla="*/ 216459 w 1684599"/>
              <a:gd name="connsiteY126" fmla="*/ 414141 h 432917"/>
              <a:gd name="connsiteX127" fmla="*/ 1468140 w 1684599"/>
              <a:gd name="connsiteY127" fmla="*/ 414141 h 432917"/>
              <a:gd name="connsiteX128" fmla="*/ 1665823 w 1684599"/>
              <a:gd name="connsiteY128" fmla="*/ 216458 h 432917"/>
              <a:gd name="connsiteX129" fmla="*/ 1468140 w 1684599"/>
              <a:gd name="connsiteY129" fmla="*/ 18776 h 432917"/>
              <a:gd name="connsiteX130" fmla="*/ 216459 w 1684599"/>
              <a:gd name="connsiteY130" fmla="*/ 0 h 432917"/>
              <a:gd name="connsiteX131" fmla="*/ 1468140 w 1684599"/>
              <a:gd name="connsiteY131" fmla="*/ 0 h 432917"/>
              <a:gd name="connsiteX132" fmla="*/ 1684599 w 1684599"/>
              <a:gd name="connsiteY132" fmla="*/ 216458 h 432917"/>
              <a:gd name="connsiteX133" fmla="*/ 1468140 w 1684599"/>
              <a:gd name="connsiteY133" fmla="*/ 432917 h 432917"/>
              <a:gd name="connsiteX134" fmla="*/ 216459 w 1684599"/>
              <a:gd name="connsiteY134" fmla="*/ 432917 h 432917"/>
              <a:gd name="connsiteX135" fmla="*/ 0 w 1684599"/>
              <a:gd name="connsiteY135" fmla="*/ 216458 h 432917"/>
              <a:gd name="connsiteX136" fmla="*/ 216459 w 1684599"/>
              <a:gd name="connsiteY136" fmla="*/ 0 h 432917"/>
            </a:gdLst>
            <a:rect l="l" t="t" r="r" b="b"/>
            <a:pathLst>
              <a:path w="1684599" h="432917">
                <a:moveTo>
                  <a:pt x="1270457" y="318010"/>
                </a:moveTo>
                <a:lnTo>
                  <a:pt x="1282754" y="318010"/>
                </a:lnTo>
                <a:lnTo>
                  <a:pt x="1282754" y="328456"/>
                </a:lnTo>
                <a:lnTo>
                  <a:pt x="1270457" y="328456"/>
                </a:lnTo>
                <a:close/>
                <a:moveTo>
                  <a:pt x="1388670" y="282441"/>
                </a:moveTo>
                <a:cubicBezTo>
                  <a:pt x="1383381" y="282441"/>
                  <a:pt x="1379017" y="284027"/>
                  <a:pt x="1375712" y="287069"/>
                </a:cubicBezTo>
                <a:cubicBezTo>
                  <a:pt x="1372406" y="290242"/>
                  <a:pt x="1370819" y="294870"/>
                  <a:pt x="1370819" y="301217"/>
                </a:cubicBezTo>
                <a:cubicBezTo>
                  <a:pt x="1370819" y="307432"/>
                  <a:pt x="1372538" y="312060"/>
                  <a:pt x="1375844" y="315234"/>
                </a:cubicBezTo>
                <a:cubicBezTo>
                  <a:pt x="1379150" y="318407"/>
                  <a:pt x="1383513" y="319994"/>
                  <a:pt x="1388670" y="319994"/>
                </a:cubicBezTo>
                <a:cubicBezTo>
                  <a:pt x="1393827" y="319994"/>
                  <a:pt x="1398058" y="318407"/>
                  <a:pt x="1401364" y="315234"/>
                </a:cubicBezTo>
                <a:cubicBezTo>
                  <a:pt x="1404670" y="312060"/>
                  <a:pt x="1406389" y="307300"/>
                  <a:pt x="1406389" y="300953"/>
                </a:cubicBezTo>
                <a:cubicBezTo>
                  <a:pt x="1406389" y="294738"/>
                  <a:pt x="1404802" y="289978"/>
                  <a:pt x="1401496" y="286937"/>
                </a:cubicBezTo>
                <a:cubicBezTo>
                  <a:pt x="1398191" y="283895"/>
                  <a:pt x="1393959" y="282441"/>
                  <a:pt x="1388670" y="282441"/>
                </a:cubicBezTo>
                <a:close/>
                <a:moveTo>
                  <a:pt x="1425033" y="273846"/>
                </a:moveTo>
                <a:lnTo>
                  <a:pt x="1444339" y="273846"/>
                </a:lnTo>
                <a:lnTo>
                  <a:pt x="1455975" y="311134"/>
                </a:lnTo>
                <a:lnTo>
                  <a:pt x="1467479" y="273846"/>
                </a:lnTo>
                <a:lnTo>
                  <a:pt x="1486916" y="273846"/>
                </a:lnTo>
                <a:lnTo>
                  <a:pt x="1486916" y="328456"/>
                </a:lnTo>
                <a:lnTo>
                  <a:pt x="1474883" y="328456"/>
                </a:lnTo>
                <a:lnTo>
                  <a:pt x="1474883" y="285482"/>
                </a:lnTo>
                <a:lnTo>
                  <a:pt x="1462190" y="328456"/>
                </a:lnTo>
                <a:lnTo>
                  <a:pt x="1449760" y="328456"/>
                </a:lnTo>
                <a:lnTo>
                  <a:pt x="1437066" y="285482"/>
                </a:lnTo>
                <a:lnTo>
                  <a:pt x="1437066" y="328456"/>
                </a:lnTo>
                <a:lnTo>
                  <a:pt x="1425033" y="328456"/>
                </a:lnTo>
                <a:close/>
                <a:moveTo>
                  <a:pt x="1388538" y="272920"/>
                </a:moveTo>
                <a:cubicBezTo>
                  <a:pt x="1397926" y="272920"/>
                  <a:pt x="1405595" y="275433"/>
                  <a:pt x="1411149" y="280457"/>
                </a:cubicBezTo>
                <a:cubicBezTo>
                  <a:pt x="1416835" y="285482"/>
                  <a:pt x="1419612" y="292358"/>
                  <a:pt x="1419612" y="301217"/>
                </a:cubicBezTo>
                <a:cubicBezTo>
                  <a:pt x="1419612" y="310077"/>
                  <a:pt x="1416835" y="316953"/>
                  <a:pt x="1411149" y="321845"/>
                </a:cubicBezTo>
                <a:cubicBezTo>
                  <a:pt x="1405463" y="326870"/>
                  <a:pt x="1398058" y="329250"/>
                  <a:pt x="1388538" y="329250"/>
                </a:cubicBezTo>
                <a:cubicBezTo>
                  <a:pt x="1379017" y="329250"/>
                  <a:pt x="1371480" y="326738"/>
                  <a:pt x="1365795" y="321845"/>
                </a:cubicBezTo>
                <a:cubicBezTo>
                  <a:pt x="1360109" y="316953"/>
                  <a:pt x="1357332" y="310077"/>
                  <a:pt x="1357332" y="301350"/>
                </a:cubicBezTo>
                <a:cubicBezTo>
                  <a:pt x="1357332" y="295796"/>
                  <a:pt x="1358257" y="291168"/>
                  <a:pt x="1360241" y="287333"/>
                </a:cubicBezTo>
                <a:cubicBezTo>
                  <a:pt x="1361695" y="284556"/>
                  <a:pt x="1363679" y="282044"/>
                  <a:pt x="1366191" y="279796"/>
                </a:cubicBezTo>
                <a:cubicBezTo>
                  <a:pt x="1368703" y="277548"/>
                  <a:pt x="1371480" y="275962"/>
                  <a:pt x="1374522" y="274904"/>
                </a:cubicBezTo>
                <a:cubicBezTo>
                  <a:pt x="1378621" y="273714"/>
                  <a:pt x="1383249" y="272920"/>
                  <a:pt x="1388538" y="272920"/>
                </a:cubicBezTo>
                <a:close/>
                <a:moveTo>
                  <a:pt x="1322688" y="272920"/>
                </a:moveTo>
                <a:cubicBezTo>
                  <a:pt x="1330489" y="272920"/>
                  <a:pt x="1336836" y="274904"/>
                  <a:pt x="1341729" y="278871"/>
                </a:cubicBezTo>
                <a:cubicBezTo>
                  <a:pt x="1344638" y="281251"/>
                  <a:pt x="1346886" y="284556"/>
                  <a:pt x="1348340" y="288920"/>
                </a:cubicBezTo>
                <a:lnTo>
                  <a:pt x="1335514" y="291565"/>
                </a:lnTo>
                <a:cubicBezTo>
                  <a:pt x="1334721" y="288788"/>
                  <a:pt x="1333134" y="286540"/>
                  <a:pt x="1330754" y="284821"/>
                </a:cubicBezTo>
                <a:cubicBezTo>
                  <a:pt x="1328374" y="283234"/>
                  <a:pt x="1325465" y="282309"/>
                  <a:pt x="1322027" y="282309"/>
                </a:cubicBezTo>
                <a:cubicBezTo>
                  <a:pt x="1317266" y="282309"/>
                  <a:pt x="1313432" y="283763"/>
                  <a:pt x="1310523" y="286672"/>
                </a:cubicBezTo>
                <a:cubicBezTo>
                  <a:pt x="1307614" y="289581"/>
                  <a:pt x="1306027" y="294341"/>
                  <a:pt x="1306027" y="300821"/>
                </a:cubicBezTo>
                <a:cubicBezTo>
                  <a:pt x="1306027" y="307697"/>
                  <a:pt x="1307481" y="312589"/>
                  <a:pt x="1310390" y="315630"/>
                </a:cubicBezTo>
                <a:cubicBezTo>
                  <a:pt x="1313299" y="318539"/>
                  <a:pt x="1317134" y="319994"/>
                  <a:pt x="1321762" y="319994"/>
                </a:cubicBezTo>
                <a:cubicBezTo>
                  <a:pt x="1325200" y="319994"/>
                  <a:pt x="1328109" y="319068"/>
                  <a:pt x="1330622" y="317217"/>
                </a:cubicBezTo>
                <a:cubicBezTo>
                  <a:pt x="1333134" y="315366"/>
                  <a:pt x="1334853" y="312457"/>
                  <a:pt x="1335911" y="308490"/>
                </a:cubicBezTo>
                <a:lnTo>
                  <a:pt x="1348472" y="311928"/>
                </a:lnTo>
                <a:cubicBezTo>
                  <a:pt x="1346489" y="317878"/>
                  <a:pt x="1343316" y="322374"/>
                  <a:pt x="1338820" y="325151"/>
                </a:cubicBezTo>
                <a:cubicBezTo>
                  <a:pt x="1334324" y="328060"/>
                  <a:pt x="1328638" y="329514"/>
                  <a:pt x="1321762" y="329514"/>
                </a:cubicBezTo>
                <a:cubicBezTo>
                  <a:pt x="1313299" y="329514"/>
                  <a:pt x="1306291" y="327002"/>
                  <a:pt x="1300738" y="322109"/>
                </a:cubicBezTo>
                <a:cubicBezTo>
                  <a:pt x="1295316" y="317217"/>
                  <a:pt x="1292540" y="310341"/>
                  <a:pt x="1292540" y="301746"/>
                </a:cubicBezTo>
                <a:cubicBezTo>
                  <a:pt x="1292540" y="292622"/>
                  <a:pt x="1295316" y="285614"/>
                  <a:pt x="1300738" y="280590"/>
                </a:cubicBezTo>
                <a:cubicBezTo>
                  <a:pt x="1306159" y="275565"/>
                  <a:pt x="1313696" y="272920"/>
                  <a:pt x="1322688" y="272920"/>
                </a:cubicBezTo>
                <a:close/>
                <a:moveTo>
                  <a:pt x="1016180" y="134080"/>
                </a:moveTo>
                <a:lnTo>
                  <a:pt x="1016180" y="200723"/>
                </a:lnTo>
                <a:lnTo>
                  <a:pt x="1039055" y="200723"/>
                </a:lnTo>
                <a:cubicBezTo>
                  <a:pt x="1055584" y="200723"/>
                  <a:pt x="1066559" y="199533"/>
                  <a:pt x="1072113" y="197021"/>
                </a:cubicBezTo>
                <a:cubicBezTo>
                  <a:pt x="1077666" y="194508"/>
                  <a:pt x="1082030" y="190674"/>
                  <a:pt x="1085203" y="185517"/>
                </a:cubicBezTo>
                <a:cubicBezTo>
                  <a:pt x="1088377" y="180228"/>
                  <a:pt x="1089964" y="174145"/>
                  <a:pt x="1089964" y="167269"/>
                </a:cubicBezTo>
                <a:cubicBezTo>
                  <a:pt x="1089964" y="158674"/>
                  <a:pt x="1087716" y="151666"/>
                  <a:pt x="1083352" y="146113"/>
                </a:cubicBezTo>
                <a:cubicBezTo>
                  <a:pt x="1078856" y="140559"/>
                  <a:pt x="1073303" y="137121"/>
                  <a:pt x="1066559" y="135667"/>
                </a:cubicBezTo>
                <a:cubicBezTo>
                  <a:pt x="1061534" y="134609"/>
                  <a:pt x="1051485" y="134080"/>
                  <a:pt x="1036411" y="134080"/>
                </a:cubicBezTo>
                <a:close/>
                <a:moveTo>
                  <a:pt x="822993" y="134080"/>
                </a:moveTo>
                <a:lnTo>
                  <a:pt x="822993" y="200723"/>
                </a:lnTo>
                <a:lnTo>
                  <a:pt x="845869" y="200723"/>
                </a:lnTo>
                <a:cubicBezTo>
                  <a:pt x="862398" y="200723"/>
                  <a:pt x="873373" y="199533"/>
                  <a:pt x="878926" y="197021"/>
                </a:cubicBezTo>
                <a:cubicBezTo>
                  <a:pt x="884480" y="194508"/>
                  <a:pt x="888843" y="190674"/>
                  <a:pt x="892017" y="185517"/>
                </a:cubicBezTo>
                <a:cubicBezTo>
                  <a:pt x="895190" y="180228"/>
                  <a:pt x="896777" y="174145"/>
                  <a:pt x="896777" y="167269"/>
                </a:cubicBezTo>
                <a:cubicBezTo>
                  <a:pt x="896777" y="158674"/>
                  <a:pt x="894529" y="151666"/>
                  <a:pt x="890166" y="146113"/>
                </a:cubicBezTo>
                <a:cubicBezTo>
                  <a:pt x="885670" y="140559"/>
                  <a:pt x="880116" y="137121"/>
                  <a:pt x="873373" y="135667"/>
                </a:cubicBezTo>
                <a:cubicBezTo>
                  <a:pt x="868348" y="134609"/>
                  <a:pt x="858298" y="134080"/>
                  <a:pt x="843224" y="134080"/>
                </a:cubicBezTo>
                <a:close/>
                <a:moveTo>
                  <a:pt x="626501" y="103271"/>
                </a:moveTo>
                <a:lnTo>
                  <a:pt x="645278" y="103800"/>
                </a:lnTo>
                <a:lnTo>
                  <a:pt x="640121" y="319994"/>
                </a:lnTo>
                <a:lnTo>
                  <a:pt x="743524" y="319994"/>
                </a:lnTo>
                <a:lnTo>
                  <a:pt x="743524" y="338902"/>
                </a:lnTo>
                <a:lnTo>
                  <a:pt x="620948" y="338902"/>
                </a:lnTo>
                <a:close/>
                <a:moveTo>
                  <a:pt x="475496" y="103271"/>
                </a:moveTo>
                <a:lnTo>
                  <a:pt x="494272" y="103800"/>
                </a:lnTo>
                <a:lnTo>
                  <a:pt x="489644" y="319994"/>
                </a:lnTo>
                <a:lnTo>
                  <a:pt x="583527" y="319994"/>
                </a:lnTo>
                <a:lnTo>
                  <a:pt x="583527" y="338902"/>
                </a:lnTo>
                <a:lnTo>
                  <a:pt x="470339" y="338902"/>
                </a:lnTo>
                <a:close/>
                <a:moveTo>
                  <a:pt x="340754" y="103271"/>
                </a:moveTo>
                <a:lnTo>
                  <a:pt x="441645" y="332422"/>
                </a:lnTo>
                <a:lnTo>
                  <a:pt x="424191" y="338902"/>
                </a:lnTo>
                <a:lnTo>
                  <a:pt x="341019" y="150226"/>
                </a:lnTo>
                <a:lnTo>
                  <a:pt x="262871" y="334133"/>
                </a:lnTo>
                <a:lnTo>
                  <a:pt x="245285" y="327653"/>
                </a:lnTo>
                <a:close/>
                <a:moveTo>
                  <a:pt x="1152640" y="94147"/>
                </a:moveTo>
                <a:lnTo>
                  <a:pt x="1317530" y="94147"/>
                </a:lnTo>
                <a:lnTo>
                  <a:pt x="1317530" y="133948"/>
                </a:lnTo>
                <a:lnTo>
                  <a:pt x="1256176" y="133948"/>
                </a:lnTo>
                <a:lnTo>
                  <a:pt x="1256176" y="329514"/>
                </a:lnTo>
                <a:lnTo>
                  <a:pt x="1214259" y="329514"/>
                </a:lnTo>
                <a:lnTo>
                  <a:pt x="1214259" y="133948"/>
                </a:lnTo>
                <a:lnTo>
                  <a:pt x="1152640" y="133948"/>
                </a:lnTo>
                <a:close/>
                <a:moveTo>
                  <a:pt x="974396" y="94147"/>
                </a:moveTo>
                <a:lnTo>
                  <a:pt x="1041568" y="94147"/>
                </a:lnTo>
                <a:cubicBezTo>
                  <a:pt x="1067088" y="94147"/>
                  <a:pt x="1083617" y="95337"/>
                  <a:pt x="1091418" y="97717"/>
                </a:cubicBezTo>
                <a:cubicBezTo>
                  <a:pt x="1103319" y="101287"/>
                  <a:pt x="1113236" y="108956"/>
                  <a:pt x="1121302" y="120725"/>
                </a:cubicBezTo>
                <a:cubicBezTo>
                  <a:pt x="1129368" y="132493"/>
                  <a:pt x="1133335" y="147832"/>
                  <a:pt x="1133335" y="166608"/>
                </a:cubicBezTo>
                <a:cubicBezTo>
                  <a:pt x="1133335" y="181021"/>
                  <a:pt x="1131087" y="193186"/>
                  <a:pt x="1126459" y="203103"/>
                </a:cubicBezTo>
                <a:cubicBezTo>
                  <a:pt x="1121831" y="212888"/>
                  <a:pt x="1116013" y="220690"/>
                  <a:pt x="1108872" y="226243"/>
                </a:cubicBezTo>
                <a:cubicBezTo>
                  <a:pt x="1101732" y="231797"/>
                  <a:pt x="1094460" y="235631"/>
                  <a:pt x="1087187" y="237350"/>
                </a:cubicBezTo>
                <a:cubicBezTo>
                  <a:pt x="1077137" y="239598"/>
                  <a:pt x="1062725" y="240656"/>
                  <a:pt x="1043684" y="240656"/>
                </a:cubicBezTo>
                <a:lnTo>
                  <a:pt x="1016312" y="240656"/>
                </a:lnTo>
                <a:lnTo>
                  <a:pt x="1016312" y="329382"/>
                </a:lnTo>
                <a:lnTo>
                  <a:pt x="974396" y="329382"/>
                </a:lnTo>
                <a:close/>
                <a:moveTo>
                  <a:pt x="781077" y="94147"/>
                </a:moveTo>
                <a:lnTo>
                  <a:pt x="848249" y="94147"/>
                </a:lnTo>
                <a:cubicBezTo>
                  <a:pt x="873769" y="94147"/>
                  <a:pt x="890298" y="95337"/>
                  <a:pt x="898099" y="97717"/>
                </a:cubicBezTo>
                <a:cubicBezTo>
                  <a:pt x="910000" y="101287"/>
                  <a:pt x="919917" y="108956"/>
                  <a:pt x="927983" y="120725"/>
                </a:cubicBezTo>
                <a:cubicBezTo>
                  <a:pt x="936049" y="132493"/>
                  <a:pt x="940016" y="147832"/>
                  <a:pt x="940016" y="166608"/>
                </a:cubicBezTo>
                <a:cubicBezTo>
                  <a:pt x="940016" y="181021"/>
                  <a:pt x="937768" y="193186"/>
                  <a:pt x="933140" y="203103"/>
                </a:cubicBezTo>
                <a:cubicBezTo>
                  <a:pt x="928512" y="212888"/>
                  <a:pt x="922694" y="220690"/>
                  <a:pt x="915554" y="226243"/>
                </a:cubicBezTo>
                <a:cubicBezTo>
                  <a:pt x="908413" y="231797"/>
                  <a:pt x="901141" y="235631"/>
                  <a:pt x="893868" y="237350"/>
                </a:cubicBezTo>
                <a:cubicBezTo>
                  <a:pt x="883819" y="239598"/>
                  <a:pt x="869406" y="240656"/>
                  <a:pt x="850365" y="240656"/>
                </a:cubicBezTo>
                <a:lnTo>
                  <a:pt x="822993" y="240656"/>
                </a:lnTo>
                <a:lnTo>
                  <a:pt x="822993" y="329382"/>
                </a:lnTo>
                <a:lnTo>
                  <a:pt x="781077" y="329382"/>
                </a:lnTo>
                <a:close/>
                <a:moveTo>
                  <a:pt x="216459" y="18776"/>
                </a:moveTo>
                <a:cubicBezTo>
                  <a:pt x="107502" y="18776"/>
                  <a:pt x="18776" y="107502"/>
                  <a:pt x="18776" y="216458"/>
                </a:cubicBezTo>
                <a:cubicBezTo>
                  <a:pt x="18776" y="325415"/>
                  <a:pt x="107370" y="414141"/>
                  <a:pt x="216459" y="414141"/>
                </a:cubicBezTo>
                <a:lnTo>
                  <a:pt x="1468140" y="414141"/>
                </a:lnTo>
                <a:cubicBezTo>
                  <a:pt x="1577097" y="414141"/>
                  <a:pt x="1665823" y="325415"/>
                  <a:pt x="1665823" y="216458"/>
                </a:cubicBezTo>
                <a:cubicBezTo>
                  <a:pt x="1665823" y="107502"/>
                  <a:pt x="1577229" y="18776"/>
                  <a:pt x="1468140" y="18776"/>
                </a:cubicBezTo>
                <a:close/>
                <a:moveTo>
                  <a:pt x="216459" y="0"/>
                </a:moveTo>
                <a:lnTo>
                  <a:pt x="1468140" y="0"/>
                </a:lnTo>
                <a:cubicBezTo>
                  <a:pt x="1587543" y="0"/>
                  <a:pt x="1684599" y="97056"/>
                  <a:pt x="1684599" y="216458"/>
                </a:cubicBezTo>
                <a:cubicBezTo>
                  <a:pt x="1684599" y="335861"/>
                  <a:pt x="1587543" y="432917"/>
                  <a:pt x="1468140" y="432917"/>
                </a:cubicBezTo>
                <a:lnTo>
                  <a:pt x="216459" y="432917"/>
                </a:lnTo>
                <a:cubicBezTo>
                  <a:pt x="97056" y="432917"/>
                  <a:pt x="0" y="335861"/>
                  <a:pt x="0" y="216458"/>
                </a:cubicBezTo>
                <a:cubicBezTo>
                  <a:pt x="0" y="97056"/>
                  <a:pt x="97056" y="0"/>
                  <a:pt x="21645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t/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FFBD32-F5AF-40AC-BAC0-0D3CE029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Pengembangan Situs Web 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119443-749C-4CA0-87CD-82EC49E9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7DBE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7DBE1"/>
                </a:solidFill>
                <a:latin typeface="Arial"/>
                <a:ea typeface="Arial"/>
                <a:cs typeface="Arial"/>
              </a:rPr>
              <a:t>Pertemuan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3F2D6-C8A9-4181-8BE9-AF576B63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Formulir, Validasi Native, dan Aksesibilitas Dasar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C880FA-1563-421D-A159-5BB35D26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4141103 · D4 Teknologi 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3513071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546EB-8AED-451C-8443-05A4253E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Capaian pembelajaran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409A5-7152-4B3C-AA93-B5690FF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Menjelaskan alur data pada formulir HTML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Memilih kontrol sesuai jenis data yang diminta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Menghubungkan label, petunjuk, dan pesan kesalahan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Menguji validasi native dan penggunaan keyboard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5BCBB-CD5E-4801-BE30-CBEF7506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Peta materi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49720-D679-4AB9-90DC-EB75814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Anatomi form, action, method, dan name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Label, input, textarea, select, serta button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Radio, checkbox, fieldset, dan legend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Constraint validation pada browser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Accessible name, instruksi, fokus, WCAG, dan ARIA dasar</a:t>
            </a:r>
          </a:p>
        </p:txBody>
      </p:sp>
    </p:spTree>
    <p:extLst>
      <p:ext uri="{BB962C8B-B14F-4D97-AF65-F5344CB8AC3E}">
        <p14:creationId xmlns:p14="http://schemas.microsoft.com/office/powerpoint/2010/main" val="3600984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31AF7-0F70-4E39-8B37-65D1F3D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Formulir sebagai percakapan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0EDF7-F64B-4FD9-8BA6-5C8490A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4CB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Pengguna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35177-77E3-45F3-B336-54148DE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Membaca pertanyaan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Memasukkan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Memperbaiki kesalahan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C6444-0FB1-4FC2-89E0-53EA3330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94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DCF0-183E-405E-9DC8-70E6ED46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Mengumpulkan name dan value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Memeriksa constraint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Mengirim data ketika valid</a:t>
            </a:r>
          </a:p>
        </p:txBody>
      </p:sp>
    </p:spTree>
    <p:extLst>
      <p:ext uri="{BB962C8B-B14F-4D97-AF65-F5344CB8AC3E}">
        <p14:creationId xmlns:p14="http://schemas.microsoft.com/office/powerpoint/2010/main" val="3635064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C0003-B250-4362-9C0A-BDC73C6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Anatomi elemen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21A29-1D99-4257-BF63-E1D1567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&lt;form action="/pendaftaran" method="post"&gt;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&lt;label for="nama"&gt;Nama lengkap&lt;/label&gt;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&lt;input id="nama" name="nama" type="text"&gt;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&lt;button type="submit"&gt;Kirim pendaftaran&lt;/button&gt;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CE88F-9DFA-487B-BC05-4DB2D03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Action, method, dan 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13765-E1C9-4B99-8476-00D5EF00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action menentukan tujuan pengiriman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GET menempatkan data pada URL dan cocok untuk pencarian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POST mengirim data dalam request body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name menjadi kunci data yang dikirim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id menghubungkan kontrol dengan label dan script</a:t>
            </a:r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74AA5-C4C6-4003-B917-11AE0A77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Label yang terhubung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C0E84-8A14-447D-8D7C-2DB72ED8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&lt;label for="email"&gt;Email kampus&lt;/label&gt;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&lt;input id="email" name="email" type="email"&gt;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DFB1A-54D1-4790-8525-994FF23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Nilai for harus sama persis dengan id kontrol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F4F36-9555-4368-9F86-73B8F2D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Pemilihan input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883B9-BB7C-4319-9695-D5F6DE1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email memberi keyboard dan pemeriksaan yang sesuai email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number cocok untuk besaran numerik, bukan NIM atau nomor telepon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date membantu memasukkan tanggal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tel menerima nomor telepon tanpa menganggapnya bilangan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password menyamarkan tampilan tetapi tidak mengenkripsi pengiriman</a:t>
            </a:r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3AD52-AB0F-48ED-8C24-CF9AD95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Textarea, select, dan button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782C2-E32B-4F04-B2C0-79C43E28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&lt;label for="alasan"&gt;Alasan bergabung&lt;/label&gt;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&lt;textarea id="alasan" name="alasan" rows="4"&gt;&lt;/textarea&gt;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&lt;label for="prodi"&gt;Program studi&lt;/label&gt;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&lt;select id="prodi" name="prodi"&gt;...&lt;/select&gt;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&lt;button type="submit"&gt;Kirim pendaftaran&lt;/button&gt;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4CD17-F837-4042-BC26-59056BAE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Pilihan tunggal dan jamak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F6992-2176-46E5-AC9F-1A11067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&lt;fieldset&gt;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&lt;legend&gt;Pilih jadwal utama&lt;/legend&gt;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&lt;label&gt;&lt;input type="radio" name="jadwal" value="selasa"&gt; Selasa&lt;/label&gt;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&lt;label&gt;&lt;input type="radio" name="jadwal" value="kamis"&gt; Kamis&lt;/label&gt;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&lt;/fieldset&gt;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964C5-DC40-4714-AC37-B7B312A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Radio dalam satu kelompok memakai name yang sama</a:t>
            </a:r>
          </a:p>
        </p:txBody>
      </p:sp>
    </p:spTree>
    <p:extLst>
      <p:ext uri="{BB962C8B-B14F-4D97-AF65-F5344CB8AC3E}">
        <p14:creationId xmlns:p14="http://schemas.microsoft.com/office/powerpoint/2010/main" val="2345629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18CE0-C20D-4F81-B263-C4941017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Validasi native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F93F-37EB-48B3-A415-489A5648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required mencegah nilai kosong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minlength dan maxlength membatasi panjang teks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min, max, dan step membatasi angka atau tanggal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pattern memeriksa pola teks tertentu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type=email dan type=url mempunyai aturan bawaan browser</a:t>
            </a:r>
          </a:p>
        </p:txBody>
      </p:sp>
    </p:spTree>
    <p:extLst>
      <p:ext uri="{BB962C8B-B14F-4D97-AF65-F5344CB8AC3E}">
        <p14:creationId xmlns:p14="http://schemas.microsoft.com/office/powerpoint/2010/main" val="1547012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760E7-E2D3-4FE3-B613-12D79BE8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Constraint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B6E0C-0250-42B3-B4CD-11D3C220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&lt;label for="nim"&gt;NIM&lt;/label&gt;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&lt;input id="nim" name="nim"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required minlength="8" maxlength="8"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pattern="[0-9A-Z]{8}"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aria-describedby="nim-help"&gt;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&lt;small id="nim-help"&gt;Gunakan 8 huruf kapital atau angka.&lt;/small&gt;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607F-65A1-46E6-9E39-9C431B9E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Validasi client bukan keamanan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D9299-06DF-4F52-885B-9FD77BB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4CB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DDAD8-0D8E-4501-8DF2-BFC8348F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Membantu pengguna lebih cepat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Mengurangi kesalahan sederhana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Dapat dilewati atau dimanipulasi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89C9A-B5BF-45AF-B816-523D508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94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Di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AD9C0-E9D3-4C9F-931B-08554E29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Memvalidasi ulang semua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Menentukan otorisasi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Melindungi penyimpanan dan proses</a:t>
            </a:r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65F1B-BBB6-4832-B04D-F8802EE8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Accessible name dan instruksi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C2544-6C60-4821-A651-C90FC69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Label terlihat membantu semua pengguna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Placeholder tidak menggantikan label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Petunjuk format ditampilkan sebelum kesalahan terjadi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aria-describedby menghubungkan petunjuk tambahan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Pesan kesalahan menyebut masalah dan cara memperbaiki</a:t>
            </a: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4E74-5D30-42B1-8169-3FDEEE51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Keyboard dan fokus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AFE8-4D5D-43F1-9D2A-E31F3105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Tab memindahkan fokus ke kontrol berikutnya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Shift+Tab memindahkan fokus ke kontrol sebelumnya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Space mengaktifkan checkbox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Arrow key berpindah dalam kelompok radio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Enter atau Space mengaktifkan button sesuai konteks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Indikator fokus harus tetap terlihat</a:t>
            </a:r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04AF0-4916-49C6-BD0E-B924F47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WCAG yang terkait formulir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630D1-438F-4B1D-9403-C082580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1.3.1 Info and Relationships: hubungan label dan kelompok dapat dikenali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2.1.1 Keyboard: fungsi tersedia melalui keyboard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2.4.7 Focus Visible: posisi fokus terlihat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3.3.1 Error Identification: kesalahan dikenali dengan jelas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3.3.2 Labels or Instructions: input memiliki label atau petunjuk</a:t>
            </a:r>
          </a:p>
        </p:txBody>
      </p:sp>
    </p:spTree>
    <p:extLst>
      <p:ext uri="{BB962C8B-B14F-4D97-AF65-F5344CB8AC3E}">
        <p14:creationId xmlns:p14="http://schemas.microsoft.com/office/powerpoint/2010/main" val="3183651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F3C9-F1DB-457D-B1D6-3CD90EA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HTML native sebelum 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D0092-8253-40DE-94A8-5783E4F5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Gunakan label untuk memberi nama input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Gunakan fieldset dan legend untuk kelompok pilihan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Gunakan button untuk aksi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Tambahkan ARIA hanya ketika HTML native belum menyatakan hubungan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ARIA tidak memperbaiki perilaku keyboard secara otomatis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29B2E-3219-4C56-A113-646FA3C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Studi kasus formulir pendaftaran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1552C-943D-4A1A-A569-25ECE9E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4CB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Masalah awal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5E2C9-3D90-424E-B039-2925896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Label hanya berupa placeholder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Radio tidak dikelompokkan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Pesan gagal tidak menjelaskan perbaikan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39391-E747-4D07-93B4-5892231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94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Bukti perbaikan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97F8F-D70F-4FFD-95DA-24E43DF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Klik label memfokuskan input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Tab order mengikuti alur visual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 menolak data tidak valid</a:t>
            </a:r>
          </a:p>
        </p:txBody>
      </p:sp>
    </p:spTree>
    <p:extLst>
      <p:ext uri="{BB962C8B-B14F-4D97-AF65-F5344CB8AC3E}">
        <p14:creationId xmlns:p14="http://schemas.microsoft.com/office/powerpoint/2010/main" val="3641219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42D73-68C8-4B9B-841D-69B729BA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Kesalahan umum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38F6-351C-4E3F-9328-A0E1068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for dan id tidak sama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name tidak ditulis sehingga data tidak terkirim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button tidak memiliki type yang jelas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Nomor telepon memakai type=number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Validasi hanya mengandalkan warna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Autofocus memindahkan fokus tanpa kebutuhan</a:t>
            </a:r>
          </a:p>
        </p:txBody>
      </p:sp>
    </p:spTree>
    <p:extLst>
      <p:ext uri="{BB962C8B-B14F-4D97-AF65-F5344CB8AC3E}">
        <p14:creationId xmlns:p14="http://schemas.microsoft.com/office/powerpoint/2010/main" val="35130719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5DE86-C091-4F20-923D-B5F3E56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Ringkasan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FC86A-749B-4820-B96A-FAC2FDEA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Formulir mengumpulkan pasangan name dan value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Kontrol dipilih berdasarkan makna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Label dan instruksi membentuk pengalaman yang dapat dipahami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Validasi native membantu pengguna tetapi server tetap memvalidasi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Pengujian mencakup data normal, data gagal, dan keyboard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A18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581B5-1C45-4910-823B-7B4AA99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2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Pertanyaan refleksi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D6FBE-79C2-42F2-BD92-AF5DB53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7048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Bagaimana Anda membuktikan label terhubung dengan kontrol?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Constraint mana yang tepat untuk NIM, email, dan usia?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Mengapa validasi browser belum cukup melindungi aplikasi?</a:t>
            </a:r>
          </a:p>
        </p:txBody>
      </p:sp>
    </p:spTree>
    <p:extLst>
      <p:ext uri="{BB962C8B-B14F-4D97-AF65-F5344CB8AC3E}">
        <p14:creationId xmlns:p14="http://schemas.microsoft.com/office/powerpoint/2010/main" val="3600984977"/>
      </p:ext>
    </p:extLst>
  </p:cSld>
</p:sld>
</file>

<file path=ppt/theme/theme1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2026-09-15T13:24:07.0700000Z</dcterms:created>
  <dcterms:modified xsi:type="dcterms:W3CDTF">2026-09-15T13:24:07.0700000Z</dcterms:modified>
</coreProperties>
</file>