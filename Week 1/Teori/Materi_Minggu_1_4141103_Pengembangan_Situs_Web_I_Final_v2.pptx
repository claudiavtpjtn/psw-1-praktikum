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slideLayouts/slideLayout21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1" r:id="rId2"/>
    <p:sldMasterId id="2147483670" r:id="rId3"/>
  </p:sldMasterIdLst>
  <p:notesMasterIdLst>
    <p:notesMasterId r:id="rId2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87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presProps" Target="pres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Pembuka. Tanyakan apa yang terjadi setelah pengguna mengetik URL lalu menekan Enter.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Sampaikan alur pembelajaran teori dan kaitannya dengan praktikum minggu pertama.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Tampung jawaban awal mahasiswa. Ulangi pertanyaan ini pada slide penutup.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Bedakan internet sebagai infrastruktur jaringan dan web sebagai salah satu layanan yang berjalan di atasnya.</a:t>
            </a:r>
          </a:p>
          <a:p>
            <a:endParaRPr/>
          </a:p>
          <a:p>
            <a:r>
              <a:t>Sumber: MDN How the Web works, https://developer.mozilla.org/en-US/docs/Learn_web_development/Getting_started/Web_standards/How_the_web_works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Tekankan pembagian tanggung jawab. Front-end tidak boleh dianggap sekadar hiasan visual.</a:t>
            </a:r>
          </a:p>
          <a:p>
            <a:endParaRPr/>
          </a:p>
          <a:p>
            <a:r>
              <a:t>Sumber: MDN Web Docs, https://developer.mozilla.org/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Client juga dapat berupa aplikasi mobile, program command line, atau server lain.</a:t>
            </a:r>
          </a:p>
          <a:p>
            <a:endParaRPr/>
          </a:p>
          <a:p>
            <a:r>
              <a:t>Sumber: MDN How the Web works, https://developer.mozilla.org/en-US/docs/Learn_web_development/Getting_started/Web_standards/How_the_web_works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Gunakan contoh lengkap https://cis.del.ac.id/akademik/krs?semester=1#daftar. Jelaskan bahwa informasi sensitif tidak ditempatkan pada query string.</a:t>
            </a:r>
          </a:p>
          <a:p>
            <a:endParaRPr/>
          </a:p>
          <a:p>
            <a:r>
              <a:t>Sumber: MDN What is a URL?, https://developer.mozilla.org/en-US/docs/Learn_web_development/Howto/Web_mechanics/What_is_a_URL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Jelaskan DNS sebagai penerjemah nama domain ke alamat server. Detail protokol jaringan dibahas secara konseptual saja.</a:t>
            </a:r>
          </a:p>
          <a:p>
            <a:endParaRPr/>
          </a:p>
          <a:p>
            <a:r>
              <a:t>Sumber: MDN How the Web works, https://developer.mozilla.org/en-US/docs/Learn_web_development/Getting_started/Web_standards/How_the_web_works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Tampilkan contoh request GET dan response 200 melalui Network panel.</a:t>
            </a:r>
          </a:p>
          <a:p>
            <a:endParaRPr/>
          </a:p>
          <a:p>
            <a:r>
              <a:t>Sumber: MDN Overview of HTTP, https://developer.mozilla.org/en-US/docs/Web/HTTP/Guides/Overview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Bedakan 401 dan 403. GET seharusnya tidak mengubah data.</a:t>
            </a:r>
          </a:p>
          <a:p>
            <a:endParaRPr/>
          </a:p>
          <a:p>
            <a:r>
              <a:t>Sumber: MDN HTTP Methods, https://developer.mozilla.org/en-US/docs/Web/HTTP/Reference/Methods</a:t>
            </a:r>
          </a:p>
          <a:p>
            <a:r>
              <a:t>Sumber: MDN HTTP Status, https://developer.mozilla.org/en-US/docs/Web/HTTP/Reference/Status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Alur rendering ini sengaja disederhanakan. Browser modern memproses dan mengoptimalkan langkah-langkah tersebut secara kompleks.</a:t>
            </a:r>
          </a:p>
          <a:p>
            <a:endParaRPr/>
          </a:p>
          <a:p>
            <a:r>
              <a:t>Sumber: Chrome rendering performance, https://web.dev/articles/rendering-performance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Tampilkan contoh index.html yang memuat stylesheet dan script.</a:t>
            </a:r>
          </a:p>
          <a:p>
            <a:endParaRPr/>
          </a:p>
          <a:p>
            <a:r>
              <a:t>Sumber: WHATWG HTML Living Standard, https://html.spec.whatwg.org/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Demonstrasikan reload halaman di Network panel. Pilih satu request HTML lalu tunjukkan URL, method, status, headers, dan response.</a:t>
            </a:r>
          </a:p>
          <a:p>
            <a:endParaRPr/>
          </a:p>
          <a:p>
            <a:r>
              <a:t>Sumber: Chrome DevTools, https://developer.chrome.com/docs/devtools/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Latih path relatif: index.html memakai images/logo.png, sedangkan pages/tentang.html memakai ../images/logo.png.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Tekankan siklus pendek. Mahasiswa tidak menunggu sampai seluruh situs selesai untuk menguji dan membuat commit.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Jelaskan perbedaan Git dan GitHub. Demonstrasikan git status sebelum dan sesudah git add.</a:t>
            </a:r>
          </a:p>
          <a:p>
            <a:endParaRPr/>
          </a:p>
          <a:p>
            <a:r>
              <a:t>Sumber: Git Documentation, https://git-scm.com/doc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Hubungkan aturan ini dengan penilaian proyek pada RPS. Tanggung jawab akhir tetap berada pada mahasiswa.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Gunakan exit ticket: bedakan client-server, uraikan URL, dan jelaskan git add dibanding git commit.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Pertanyaan penutup. Minta mahasiswa menjelaskan alur dari URL sampai halaman tampil.</a:t>
            </a:r>
          </a:p>
          <a:p>
            <a:endParaRPr/>
          </a:p>
          <a:p>
            <a:r>
              <a:t>Sumber: MDN Web Docs, https://developer.mozilla.org/</a:t>
            </a:r>
          </a:p>
          <a:p>
            <a:r>
              <a:t>Sumber: WHATWG HTML Living Standard, https://html.spec.whatwg.org/</a:t>
            </a:r>
          </a:p>
          <a:p>
            <a:r>
              <a:t>Sumber: Git Documentation, https://git-scm.com/doc</a:t>
            </a:r>
          </a:p>
          <a:p>
            <a:r>
              <a:t>Sumber: Chrome DevTools, https://developer.chrome.com/docs/devtools/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layout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layout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23DE32A5-6181-4C51-AD5C-3F1A448478A1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lt"/>
                <a:cs typeface="+mj-lt"/>
              </a:defRPr>
            </a:lvl1pPr>
          </a:lstStyle>
          <a:p>
            <a:pPr lvl="0">
              <a:buNone/>
            </a:pPr>
            <a:r>
              <a:t>BASIC LAYOUT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 slide layout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am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EF70765A-4598-4D75-8EBE-B820808F6559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lt"/>
                <a:cs typeface="+mj-lt"/>
              </a:defRPr>
            </a:lvl1pPr>
          </a:lstStyle>
          <a:p>
            <a:pPr lvl="0">
              <a:buNone/>
            </a:pPr>
            <a:r>
              <a:t>Our Team LAYOUT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D36CEC37-AE54-4204-926B-C76F46588CF5}"/>
              </a:ext>
            </a:extLst>
          </p:cNvPr>
          <p:cNvSpPr>
            <a:spLocks noGrp="1"/>
          </p:cNvSpPr>
          <p:nvPr/>
        </p:nvSpPr>
        <p:spPr>
          <a:xfrm>
            <a:off x="1200508" y="1779191"/>
            <a:ext cx="1512000" cy="2654855"/>
          </a:xfrm>
          <a:prstGeom prst="roundRect">
            <a:avLst>
              <a:gd name="adj" fmla="val 13580"/>
            </a:avLst>
          </a:prstGeom>
          <a:solidFill>
            <a:srgbClr val="262626"/>
          </a:solidFill>
          <a:ln w="889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80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E60B77A-53FD-4AF2-A307-E9092175FAE6}"/>
              </a:ext>
            </a:extLst>
          </p:cNvPr>
          <p:cNvSpPr>
            <a:spLocks noGrp="1"/>
          </p:cNvSpPr>
          <p:nvPr/>
        </p:nvSpPr>
        <p:spPr>
          <a:xfrm>
            <a:off x="1868994" y="1915536"/>
            <a:ext cx="154579" cy="23239"/>
          </a:xfrm>
          <a:prstGeom prst="rect">
            <a:avLst/>
          </a:prstGeom>
          <a:solidFill>
            <a:srgbClr val="B0B0B0"/>
          </a:solidFill>
          <a:ln w="889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80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0F1F554-1B98-471E-A329-2CCFAEA07233}"/>
              </a:ext>
            </a:extLst>
          </p:cNvPr>
          <p:cNvSpPr>
            <a:spLocks noGrp="1"/>
          </p:cNvSpPr>
          <p:nvPr/>
        </p:nvSpPr>
        <p:spPr>
          <a:xfrm>
            <a:off x="1888876" y="4212560"/>
            <a:ext cx="151675" cy="143403"/>
          </a:xfrm>
          <a:prstGeom prst="ellipse">
            <a:avLst/>
          </a:prstGeom>
          <a:gradFill rotWithShape="1">
            <a:gsLst>
              <a:gs pos="0">
                <a:schemeClr val="tx1">
                  <a:lumMod val="94000"/>
                  <a:lumOff val="6000"/>
                </a:schemeClr>
              </a:gs>
              <a:gs pos="56000">
                <a:schemeClr val="tx1">
                  <a:lumMod val="65000"/>
                  <a:lumOff val="35000"/>
                </a:schemeClr>
              </a:gs>
              <a:gs pos="91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75000"/>
                </a:schemeClr>
              </a:gs>
            </a:gsLst>
            <a:lin ang="10800000" scaled="1"/>
            <a:tileRect/>
          </a:gradFill>
          <a:ln w="0">
            <a:solidFill>
              <a:srgbClr val="2626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800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6520737B-1186-4E1C-A360-4B9B8D32D5FB}"/>
              </a:ext>
            </a:extLst>
          </p:cNvPr>
          <p:cNvSpPr>
            <a:spLocks noGrp="1"/>
          </p:cNvSpPr>
          <p:nvPr/>
        </p:nvSpPr>
        <p:spPr>
          <a:xfrm>
            <a:off x="1930027" y="4251227"/>
            <a:ext cx="69373" cy="66070"/>
          </a:xfrm>
          <a:prstGeom prst="roundRect">
            <a:avLst/>
          </a:prstGeom>
          <a:solidFill>
            <a:srgbClr val="737373"/>
          </a:solidFill>
          <a:ln w="6350">
            <a:solidFill>
              <a:srgbClr val="B0B0B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800"/>
          </a:p>
        </p:txBody>
      </p:sp>
      <p:sp>
        <p:nvSpPr>
          <p:cNvPr id="11" name="Rounded Rectangle 4">
            <a:extLst>
              <a:ext uri="{FF2B5EF4-FFF2-40B4-BE49-F238E27FC236}">
                <a16:creationId xmlns:a16="http://schemas.microsoft.com/office/drawing/2014/main" id="{6A107028-0C6A-44AE-9857-3E19BFBC6250}"/>
              </a:ext>
            </a:extLst>
          </p:cNvPr>
          <p:cNvSpPr>
            <a:spLocks noGrp="1"/>
          </p:cNvSpPr>
          <p:nvPr/>
        </p:nvSpPr>
        <p:spPr>
          <a:xfrm>
            <a:off x="3962075" y="1779191"/>
            <a:ext cx="1512000" cy="2654855"/>
          </a:xfrm>
          <a:prstGeom prst="roundRect">
            <a:avLst>
              <a:gd name="adj" fmla="val 13580"/>
            </a:avLst>
          </a:prstGeom>
          <a:solidFill>
            <a:srgbClr val="262626"/>
          </a:solidFill>
          <a:ln w="889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800"/>
          </a:p>
        </p:txBody>
      </p:sp>
      <p:sp>
        <p:nvSpPr>
          <p:cNvPr id="12" name="Rectangle 5">
            <a:extLst>
              <a:ext uri="{FF2B5EF4-FFF2-40B4-BE49-F238E27FC236}">
                <a16:creationId xmlns:a16="http://schemas.microsoft.com/office/drawing/2014/main" id="{8B5810DE-111C-4544-99EB-EF865DE49C8A}"/>
              </a:ext>
            </a:extLst>
          </p:cNvPr>
          <p:cNvSpPr>
            <a:spLocks noGrp="1"/>
          </p:cNvSpPr>
          <p:nvPr/>
        </p:nvSpPr>
        <p:spPr>
          <a:xfrm>
            <a:off x="4630561" y="1915536"/>
            <a:ext cx="154579" cy="23239"/>
          </a:xfrm>
          <a:prstGeom prst="rect">
            <a:avLst/>
          </a:prstGeom>
          <a:solidFill>
            <a:srgbClr val="B0B0B0"/>
          </a:solidFill>
          <a:ln w="889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800"/>
          </a:p>
        </p:txBody>
      </p:sp>
      <p:sp>
        <p:nvSpPr>
          <p:cNvPr id="14" name="Oval 7">
            <a:extLst>
              <a:ext uri="{FF2B5EF4-FFF2-40B4-BE49-F238E27FC236}">
                <a16:creationId xmlns:a16="http://schemas.microsoft.com/office/drawing/2014/main" id="{675AE696-9854-4F9F-8328-3D901AB87BC7}"/>
              </a:ext>
            </a:extLst>
          </p:cNvPr>
          <p:cNvSpPr>
            <a:spLocks noGrp="1"/>
          </p:cNvSpPr>
          <p:nvPr/>
        </p:nvSpPr>
        <p:spPr>
          <a:xfrm>
            <a:off x="4650443" y="4212560"/>
            <a:ext cx="151675" cy="143403"/>
          </a:xfrm>
          <a:prstGeom prst="ellipse">
            <a:avLst/>
          </a:prstGeom>
          <a:gradFill rotWithShape="1">
            <a:gsLst>
              <a:gs pos="0">
                <a:schemeClr val="tx1">
                  <a:lumMod val="94000"/>
                  <a:lumOff val="6000"/>
                </a:schemeClr>
              </a:gs>
              <a:gs pos="56000">
                <a:schemeClr val="tx1">
                  <a:lumMod val="65000"/>
                  <a:lumOff val="35000"/>
                </a:schemeClr>
              </a:gs>
              <a:gs pos="91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75000"/>
                </a:schemeClr>
              </a:gs>
            </a:gsLst>
            <a:lin ang="10800000" scaled="1"/>
            <a:tileRect/>
          </a:gradFill>
          <a:ln w="0">
            <a:solidFill>
              <a:srgbClr val="2626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800"/>
          </a:p>
        </p:txBody>
      </p:sp>
      <p:sp>
        <p:nvSpPr>
          <p:cNvPr id="15" name="Rounded Rectangle 8">
            <a:extLst>
              <a:ext uri="{FF2B5EF4-FFF2-40B4-BE49-F238E27FC236}">
                <a16:creationId xmlns:a16="http://schemas.microsoft.com/office/drawing/2014/main" id="{1EE822FB-BAB6-4765-BAB8-F8CFD8DBD1CA}"/>
              </a:ext>
            </a:extLst>
          </p:cNvPr>
          <p:cNvSpPr>
            <a:spLocks noGrp="1"/>
          </p:cNvSpPr>
          <p:nvPr/>
        </p:nvSpPr>
        <p:spPr>
          <a:xfrm>
            <a:off x="4691594" y="4251227"/>
            <a:ext cx="69373" cy="66070"/>
          </a:xfrm>
          <a:prstGeom prst="roundRect">
            <a:avLst/>
          </a:prstGeom>
          <a:solidFill>
            <a:srgbClr val="737373"/>
          </a:solidFill>
          <a:ln w="6350">
            <a:solidFill>
              <a:srgbClr val="B0B0B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800"/>
          </a:p>
        </p:txBody>
      </p:sp>
      <p:sp>
        <p:nvSpPr>
          <p:cNvPr id="17" name="Rounded Rectangle 4">
            <a:extLst>
              <a:ext uri="{FF2B5EF4-FFF2-40B4-BE49-F238E27FC236}">
                <a16:creationId xmlns:a16="http://schemas.microsoft.com/office/drawing/2014/main" id="{C5C12189-4C71-4BA8-8527-F51EDF15CAED}"/>
              </a:ext>
            </a:extLst>
          </p:cNvPr>
          <p:cNvSpPr>
            <a:spLocks noGrp="1"/>
          </p:cNvSpPr>
          <p:nvPr/>
        </p:nvSpPr>
        <p:spPr>
          <a:xfrm>
            <a:off x="6723642" y="1779191"/>
            <a:ext cx="1512000" cy="2654855"/>
          </a:xfrm>
          <a:prstGeom prst="roundRect">
            <a:avLst>
              <a:gd name="adj" fmla="val 13580"/>
            </a:avLst>
          </a:prstGeom>
          <a:solidFill>
            <a:srgbClr val="262626"/>
          </a:solidFill>
          <a:ln w="889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800"/>
          </a:p>
        </p:txBody>
      </p:sp>
      <p:sp>
        <p:nvSpPr>
          <p:cNvPr id="18" name="Rectangle 5">
            <a:extLst>
              <a:ext uri="{FF2B5EF4-FFF2-40B4-BE49-F238E27FC236}">
                <a16:creationId xmlns:a16="http://schemas.microsoft.com/office/drawing/2014/main" id="{B007A9B8-7BCE-4BAD-861E-F43AF30C90AB}"/>
              </a:ext>
            </a:extLst>
          </p:cNvPr>
          <p:cNvSpPr>
            <a:spLocks noGrp="1"/>
          </p:cNvSpPr>
          <p:nvPr/>
        </p:nvSpPr>
        <p:spPr>
          <a:xfrm>
            <a:off x="7392128" y="1915536"/>
            <a:ext cx="154579" cy="23239"/>
          </a:xfrm>
          <a:prstGeom prst="rect">
            <a:avLst/>
          </a:prstGeom>
          <a:solidFill>
            <a:srgbClr val="B0B0B0"/>
          </a:solidFill>
          <a:ln w="889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800"/>
          </a:p>
        </p:txBody>
      </p:sp>
      <p:sp>
        <p:nvSpPr>
          <p:cNvPr id="20" name="Oval 7">
            <a:extLst>
              <a:ext uri="{FF2B5EF4-FFF2-40B4-BE49-F238E27FC236}">
                <a16:creationId xmlns:a16="http://schemas.microsoft.com/office/drawing/2014/main" id="{1ABA39FE-6EF1-4D4F-88E8-D71FF652C862}"/>
              </a:ext>
            </a:extLst>
          </p:cNvPr>
          <p:cNvSpPr>
            <a:spLocks noGrp="1"/>
          </p:cNvSpPr>
          <p:nvPr/>
        </p:nvSpPr>
        <p:spPr>
          <a:xfrm>
            <a:off x="7412010" y="4212560"/>
            <a:ext cx="151675" cy="143403"/>
          </a:xfrm>
          <a:prstGeom prst="ellipse">
            <a:avLst/>
          </a:prstGeom>
          <a:gradFill rotWithShape="1">
            <a:gsLst>
              <a:gs pos="0">
                <a:schemeClr val="tx1">
                  <a:lumMod val="94000"/>
                  <a:lumOff val="6000"/>
                </a:schemeClr>
              </a:gs>
              <a:gs pos="56000">
                <a:schemeClr val="tx1">
                  <a:lumMod val="65000"/>
                  <a:lumOff val="35000"/>
                </a:schemeClr>
              </a:gs>
              <a:gs pos="91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75000"/>
                </a:schemeClr>
              </a:gs>
            </a:gsLst>
            <a:lin ang="10800000" scaled="1"/>
            <a:tileRect/>
          </a:gradFill>
          <a:ln w="0">
            <a:solidFill>
              <a:srgbClr val="2626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800"/>
          </a:p>
        </p:txBody>
      </p:sp>
      <p:sp>
        <p:nvSpPr>
          <p:cNvPr id="21" name="Rounded Rectangle 8">
            <a:extLst>
              <a:ext uri="{FF2B5EF4-FFF2-40B4-BE49-F238E27FC236}">
                <a16:creationId xmlns:a16="http://schemas.microsoft.com/office/drawing/2014/main" id="{66C97352-4633-4B25-8910-54F3DE0B49BF}"/>
              </a:ext>
            </a:extLst>
          </p:cNvPr>
          <p:cNvSpPr>
            <a:spLocks noGrp="1"/>
          </p:cNvSpPr>
          <p:nvPr/>
        </p:nvSpPr>
        <p:spPr>
          <a:xfrm>
            <a:off x="7453161" y="4251227"/>
            <a:ext cx="69373" cy="66070"/>
          </a:xfrm>
          <a:prstGeom prst="roundRect">
            <a:avLst/>
          </a:prstGeom>
          <a:solidFill>
            <a:srgbClr val="737373"/>
          </a:solidFill>
          <a:ln w="6350">
            <a:solidFill>
              <a:srgbClr val="B0B0B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800"/>
          </a:p>
        </p:txBody>
      </p:sp>
      <p:sp>
        <p:nvSpPr>
          <p:cNvPr id="23" name="Rounded Rectangle 4">
            <a:extLst>
              <a:ext uri="{FF2B5EF4-FFF2-40B4-BE49-F238E27FC236}">
                <a16:creationId xmlns:a16="http://schemas.microsoft.com/office/drawing/2014/main" id="{15189DD4-56C8-4F92-A3F9-AA93E4F0FBC1}"/>
              </a:ext>
            </a:extLst>
          </p:cNvPr>
          <p:cNvSpPr>
            <a:spLocks noGrp="1"/>
          </p:cNvSpPr>
          <p:nvPr/>
        </p:nvSpPr>
        <p:spPr>
          <a:xfrm>
            <a:off x="9485208" y="1779191"/>
            <a:ext cx="1512000" cy="2654855"/>
          </a:xfrm>
          <a:prstGeom prst="roundRect">
            <a:avLst>
              <a:gd name="adj" fmla="val 13580"/>
            </a:avLst>
          </a:prstGeom>
          <a:solidFill>
            <a:srgbClr val="262626"/>
          </a:solidFill>
          <a:ln w="889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800"/>
          </a:p>
        </p:txBody>
      </p:sp>
      <p:sp>
        <p:nvSpPr>
          <p:cNvPr id="24" name="Rectangle 5">
            <a:extLst>
              <a:ext uri="{FF2B5EF4-FFF2-40B4-BE49-F238E27FC236}">
                <a16:creationId xmlns:a16="http://schemas.microsoft.com/office/drawing/2014/main" id="{DDFA377A-F4DE-4B15-81AA-EEE8672B6FFD}"/>
              </a:ext>
            </a:extLst>
          </p:cNvPr>
          <p:cNvSpPr>
            <a:spLocks noGrp="1"/>
          </p:cNvSpPr>
          <p:nvPr/>
        </p:nvSpPr>
        <p:spPr>
          <a:xfrm>
            <a:off x="10153694" y="1915536"/>
            <a:ext cx="154579" cy="23239"/>
          </a:xfrm>
          <a:prstGeom prst="rect">
            <a:avLst/>
          </a:prstGeom>
          <a:solidFill>
            <a:srgbClr val="B0B0B0"/>
          </a:solidFill>
          <a:ln w="889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800"/>
          </a:p>
        </p:txBody>
      </p:sp>
      <p:sp>
        <p:nvSpPr>
          <p:cNvPr id="26" name="Oval 7">
            <a:extLst>
              <a:ext uri="{FF2B5EF4-FFF2-40B4-BE49-F238E27FC236}">
                <a16:creationId xmlns:a16="http://schemas.microsoft.com/office/drawing/2014/main" id="{9C3DE81D-34C4-48C5-A7F5-234384138E35}"/>
              </a:ext>
            </a:extLst>
          </p:cNvPr>
          <p:cNvSpPr>
            <a:spLocks noGrp="1"/>
          </p:cNvSpPr>
          <p:nvPr/>
        </p:nvSpPr>
        <p:spPr>
          <a:xfrm>
            <a:off x="10173576" y="4212560"/>
            <a:ext cx="151675" cy="143403"/>
          </a:xfrm>
          <a:prstGeom prst="ellipse">
            <a:avLst/>
          </a:prstGeom>
          <a:gradFill rotWithShape="1">
            <a:gsLst>
              <a:gs pos="0">
                <a:schemeClr val="tx1">
                  <a:lumMod val="94000"/>
                  <a:lumOff val="6000"/>
                </a:schemeClr>
              </a:gs>
              <a:gs pos="56000">
                <a:schemeClr val="tx1">
                  <a:lumMod val="65000"/>
                  <a:lumOff val="35000"/>
                </a:schemeClr>
              </a:gs>
              <a:gs pos="91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75000"/>
                </a:schemeClr>
              </a:gs>
            </a:gsLst>
            <a:lin ang="10800000" scaled="1"/>
            <a:tileRect/>
          </a:gradFill>
          <a:ln w="0">
            <a:solidFill>
              <a:srgbClr val="2626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800"/>
          </a:p>
        </p:txBody>
      </p:sp>
      <p:sp>
        <p:nvSpPr>
          <p:cNvPr id="27" name="Rounded Rectangle 8">
            <a:extLst>
              <a:ext uri="{FF2B5EF4-FFF2-40B4-BE49-F238E27FC236}">
                <a16:creationId xmlns:a16="http://schemas.microsoft.com/office/drawing/2014/main" id="{753A738C-E9C5-4E32-A7A1-0F88BCDA2416}"/>
              </a:ext>
            </a:extLst>
          </p:cNvPr>
          <p:cNvSpPr>
            <a:spLocks noGrp="1"/>
          </p:cNvSpPr>
          <p:nvPr/>
        </p:nvSpPr>
        <p:spPr>
          <a:xfrm>
            <a:off x="10214727" y="4251227"/>
            <a:ext cx="69373" cy="66070"/>
          </a:xfrm>
          <a:prstGeom prst="roundRect">
            <a:avLst/>
          </a:prstGeom>
          <a:solidFill>
            <a:srgbClr val="737373"/>
          </a:solidFill>
          <a:ln w="6350">
            <a:solidFill>
              <a:srgbClr val="B0B0B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800"/>
          </a:p>
        </p:txBody>
      </p:sp>
      <p:sp>
        <p:nvSpPr>
          <p:cNvPr id="28" name="그림 개체 틀 2">
            <a:extLst>
              <a:ext uri="{FF2B5EF4-FFF2-40B4-BE49-F238E27FC236}">
                <a16:creationId xmlns:a16="http://schemas.microsoft.com/office/drawing/2014/main" id="{CB46EA28-DC0E-4334-ACB7-F2FA90F1903A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1290508" y="2037611"/>
            <a:ext cx="1332000" cy="2097207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>
            <a:lvl1pPr marL="0" indent="0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algn="ctr">
              <a:buNone/>
            </a:pPr>
            <a:r>
              <a:t>Place Your Picture Here</a:t>
            </a:r>
          </a:p>
        </p:txBody>
      </p:sp>
      <p:sp>
        <p:nvSpPr>
          <p:cNvPr id="30" name="그림 개체 틀 2">
            <a:extLst>
              <a:ext uri="{FF2B5EF4-FFF2-40B4-BE49-F238E27FC236}">
                <a16:creationId xmlns:a16="http://schemas.microsoft.com/office/drawing/2014/main" id="{7EA98078-7EAF-4581-923B-BCD15A2A257E}"/>
              </a:ext>
            </a:extLst>
          </p:cNvPr>
          <p:cNvSpPr>
            <a:spLocks noGrp="1"/>
          </p:cNvSpPr>
          <p:nvPr>
            <p:ph type="pic" idx="59" hasCustomPrompt="1"/>
          </p:nvPr>
        </p:nvSpPr>
        <p:spPr>
          <a:xfrm>
            <a:off x="4052075" y="2037611"/>
            <a:ext cx="1332000" cy="2097207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>
            <a:lvl1pPr marL="0" indent="0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algn="ctr">
              <a:buNone/>
            </a:pPr>
            <a:r>
              <a:t>Place Your Picture Here</a:t>
            </a:r>
          </a:p>
        </p:txBody>
      </p:sp>
      <p:sp>
        <p:nvSpPr>
          <p:cNvPr id="32" name="그림 개체 틀 2">
            <a:extLst>
              <a:ext uri="{FF2B5EF4-FFF2-40B4-BE49-F238E27FC236}">
                <a16:creationId xmlns:a16="http://schemas.microsoft.com/office/drawing/2014/main" id="{443199E8-68A9-4546-8543-4915CC0C5410}"/>
              </a:ext>
            </a:extLst>
          </p:cNvPr>
          <p:cNvSpPr>
            <a:spLocks noGrp="1"/>
          </p:cNvSpPr>
          <p:nvPr>
            <p:ph type="pic" idx="63" hasCustomPrompt="1"/>
          </p:nvPr>
        </p:nvSpPr>
        <p:spPr>
          <a:xfrm>
            <a:off x="6813642" y="2037611"/>
            <a:ext cx="1332000" cy="2097207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>
            <a:lvl1pPr marL="0" indent="0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algn="ctr">
              <a:buNone/>
            </a:pPr>
            <a:r>
              <a:t>Place Your Picture Here</a:t>
            </a:r>
          </a:p>
        </p:txBody>
      </p:sp>
      <p:sp>
        <p:nvSpPr>
          <p:cNvPr id="34" name="그림 개체 틀 2">
            <a:extLst>
              <a:ext uri="{FF2B5EF4-FFF2-40B4-BE49-F238E27FC236}">
                <a16:creationId xmlns:a16="http://schemas.microsoft.com/office/drawing/2014/main" id="{7D111F3C-4DF5-4941-AC67-67B80936F5E9}"/>
              </a:ext>
            </a:extLst>
          </p:cNvPr>
          <p:cNvSpPr>
            <a:spLocks noGrp="1"/>
          </p:cNvSpPr>
          <p:nvPr>
            <p:ph type="pic" idx="67" hasCustomPrompt="1"/>
          </p:nvPr>
        </p:nvSpPr>
        <p:spPr>
          <a:xfrm>
            <a:off x="9575208" y="2037611"/>
            <a:ext cx="1332000" cy="2097207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>
            <a:lvl1pPr marL="0" indent="0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algn="ctr">
              <a:buNone/>
            </a:pPr>
            <a:r>
              <a:t>Place Your Picture Here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그림 개체 틀 2">
            <a:extLst>
              <a:ext uri="{FF2B5EF4-FFF2-40B4-BE49-F238E27FC236}">
                <a16:creationId xmlns:a16="http://schemas.microsoft.com/office/drawing/2014/main" id="{79E89AF0-20DB-46F0-9A15-2E35A3D0BF50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1223554" y="791473"/>
            <a:ext cx="4284617" cy="5574492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t>Place Your Picture Here And Send To Back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6A177AD-A22D-4DBB-BF10-A6EEBF4613E6}"/>
              </a:ext>
            </a:extLst>
          </p:cNvPr>
          <p:cNvSpPr>
            <a:spLocks noGrp="1"/>
          </p:cNvSpPr>
          <p:nvPr>
            <p:ph type="pic" idx="16" hasCustomPrompt="1"/>
          </p:nvPr>
        </p:nvSpPr>
        <p:spPr>
          <a:xfrm>
            <a:off x="5947954" y="791473"/>
            <a:ext cx="2577737" cy="2583302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t>Place Your Picture Here</a:t>
            </a:r>
          </a:p>
        </p:txBody>
      </p:sp>
      <p:sp>
        <p:nvSpPr>
          <p:cNvPr id="4" name="그림 개체 틀 2">
            <a:extLst>
              <a:ext uri="{FF2B5EF4-FFF2-40B4-BE49-F238E27FC236}">
                <a16:creationId xmlns:a16="http://schemas.microsoft.com/office/drawing/2014/main" id="{9C037173-B5D0-413D-AC9E-FFD6E9E766FD}"/>
              </a:ext>
            </a:extLst>
          </p:cNvPr>
          <p:cNvSpPr>
            <a:spLocks noGrp="1"/>
          </p:cNvSpPr>
          <p:nvPr>
            <p:ph type="pic" idx="17" hasCustomPrompt="1"/>
          </p:nvPr>
        </p:nvSpPr>
        <p:spPr>
          <a:xfrm>
            <a:off x="8965475" y="791473"/>
            <a:ext cx="2577737" cy="2583302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t>Place Your Picture Here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ontents slide layout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ontents slide layout"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67F9B499-92A2-4E7D-8966-0C284809B65B}"/>
              </a:ext>
            </a:extLst>
          </p:cNvPr>
          <p:cNvSpPr>
            <a:spLocks noGrp="1"/>
          </p:cNvSpPr>
          <p:nvPr/>
        </p:nvSpPr>
        <p:spPr>
          <a:xfrm>
            <a:off x="0" y="1082710"/>
            <a:ext cx="12192000" cy="4692580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3052E92-DCFE-4CC2-BDE0-E540E1CB28CA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0" y="1208315"/>
            <a:ext cx="12192000" cy="4441371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t>Place Your Picture Here And Send To Back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ontents slide layout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2">
            <a:extLst>
              <a:ext uri="{FF2B5EF4-FFF2-40B4-BE49-F238E27FC236}">
                <a16:creationId xmlns:a16="http://schemas.microsoft.com/office/drawing/2014/main" id="{FF7BDD8C-DBA7-4764-A656-F91942711431}"/>
              </a:ext>
            </a:extLst>
          </p:cNvPr>
          <p:cNvSpPr>
            <a:spLocks noGrp="1"/>
          </p:cNvSpPr>
          <p:nvPr>
            <p:ph type="pic" idx="10" hasCustomPrompt="1"/>
          </p:nvPr>
        </p:nvSpPr>
        <p:spPr>
          <a:xfrm>
            <a:off x="2785633" y="1708875"/>
            <a:ext cx="6624970" cy="282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720000" anchor="ctr"/>
          <a:lstStyle>
            <a:lvl1pPr marL="0" marR="0" indent="0" algn="ctr" defTabSz="91440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defRPr sz="1200">
                <a:latin typeface="+mn-lt"/>
                <a:ea typeface="+mn-lt"/>
                <a:cs typeface="+mn-lt"/>
              </a:defRPr>
            </a:lvl1pPr>
          </a:lstStyle>
          <a:p>
            <a:r>
              <a:t>Insert Your Image And Send To Back</a:t>
            </a:r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E88D4141-DDEB-40F4-B784-0C7E8499AC06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lt"/>
                <a:cs typeface="+mj-lt"/>
              </a:defRPr>
            </a:lvl1pPr>
          </a:lstStyle>
          <a:p>
            <a:pPr lvl="0">
              <a:buNone/>
            </a:pPr>
            <a:r>
              <a:t>BASIC LAYOUT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ontents slide layout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D8F181D7-1D78-4A9F-891E-7FF1339D8D06}"/>
              </a:ext>
            </a:extLst>
          </p:cNvPr>
          <p:cNvSpPr>
            <a:spLocks noGrp="1"/>
          </p:cNvSpPr>
          <p:nvPr>
            <p:ph type="pic" idx="10" hasCustomPrompt="1"/>
          </p:nvPr>
        </p:nvSpPr>
        <p:spPr>
          <a:xfrm>
            <a:off x="5015620" y="1422245"/>
            <a:ext cx="7176380" cy="468052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t>Your Picture Here </a:t>
            </a:r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CB2D35DD-3012-4060-B307-222D845BBC78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lt"/>
                <a:cs typeface="+mj-lt"/>
              </a:defRPr>
            </a:lvl1pPr>
          </a:lstStyle>
          <a:p>
            <a:pPr lvl="0">
              <a:buNone/>
            </a:pPr>
            <a:r>
              <a:t>BASIC LAYOUT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Contents slide layout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그림 개체 틀 2">
            <a:extLst>
              <a:ext uri="{FF2B5EF4-FFF2-40B4-BE49-F238E27FC236}">
                <a16:creationId xmlns:a16="http://schemas.microsoft.com/office/drawing/2014/main" id="{96F6EC6F-CD4C-4990-A245-26A2E187E707}"/>
              </a:ext>
            </a:extLst>
          </p:cNvPr>
          <p:cNvSpPr>
            <a:spLocks noGrp="1"/>
          </p:cNvSpPr>
          <p:nvPr>
            <p:ph type="pic" idx="10" hasCustomPrompt="1"/>
          </p:nvPr>
        </p:nvSpPr>
        <p:spPr>
          <a:xfrm>
            <a:off x="4835161" y="1953290"/>
            <a:ext cx="7356839" cy="2198621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noFill/>
          </a:ln>
        </p:spPr>
        <p:txBody>
          <a:bodyPr anchor="ctr"/>
          <a:lstStyle>
            <a:lvl1pPr marL="0" indent="0" algn="ctr">
              <a:buFontTx/>
              <a:buNone/>
              <a:defRPr sz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</a:lstStyle>
          <a:p>
            <a:r>
              <a:t>Place Your Picture Here</a:t>
            </a:r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3A2E5076-EB3B-4F2A-B1CA-DF4FCDC804C4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lt"/>
                <a:cs typeface="+mj-lt"/>
              </a:defRPr>
            </a:lvl1pPr>
          </a:lstStyle>
          <a:p>
            <a:pPr lvl="0">
              <a:buNone/>
            </a:pPr>
            <a:r>
              <a:t>BASIC LAYOUT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Contents slide layout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그림 개체 틀 8">
            <a:extLst>
              <a:ext uri="{FF2B5EF4-FFF2-40B4-BE49-F238E27FC236}">
                <a16:creationId xmlns:a16="http://schemas.microsoft.com/office/drawing/2014/main" id="{2E3BCD6D-C303-4864-B3F7-57504C804BA4}"/>
              </a:ext>
            </a:extLst>
          </p:cNvPr>
          <p:cNvSpPr>
            <a:spLocks noGrp="1"/>
          </p:cNvSpPr>
          <p:nvPr>
            <p:ph type="pic" idx="10" hasCustomPrompt="1"/>
          </p:nvPr>
        </p:nvSpPr>
        <p:spPr>
          <a:xfrm>
            <a:off x="1" y="0"/>
            <a:ext cx="4068000" cy="3429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marR="0" indent="0" algn="ctr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 sz="1200"/>
            </a:lvl1pPr>
          </a:lstStyle>
          <a:p>
            <a:r>
              <a:t>Insert Your Image And Send To Back</a:t>
            </a:r>
          </a:p>
        </p:txBody>
      </p:sp>
      <p:sp>
        <p:nvSpPr>
          <p:cNvPr id="3" name="그림 개체 틀 8">
            <a:extLst>
              <a:ext uri="{FF2B5EF4-FFF2-40B4-BE49-F238E27FC236}">
                <a16:creationId xmlns:a16="http://schemas.microsoft.com/office/drawing/2014/main" id="{3467D47C-FBB8-4493-8D52-7F3F238780FB}"/>
              </a:ext>
            </a:extLst>
          </p:cNvPr>
          <p:cNvSpPr>
            <a:spLocks noGrp="1"/>
          </p:cNvSpPr>
          <p:nvPr>
            <p:ph type="pic" idx="11" hasCustomPrompt="1"/>
          </p:nvPr>
        </p:nvSpPr>
        <p:spPr>
          <a:xfrm>
            <a:off x="4068001" y="3429000"/>
            <a:ext cx="4068000" cy="3429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marR="0" indent="0" algn="ctr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 sz="1200"/>
            </a:lvl1pPr>
          </a:lstStyle>
          <a:p>
            <a:r>
              <a:t>Insert Your Image And Send To Back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Contents slide layout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Contents slide layout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NG sets layout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CD7EC75F-8738-4302-BD89-F9B274F0122C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323529" y="332482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lt"/>
                <a:cs typeface="+mj-lt"/>
              </a:defRPr>
            </a:lvl1pPr>
          </a:lstStyle>
          <a:p>
            <a:pPr lvl="0">
              <a:buNone/>
            </a:pPr>
            <a:r>
              <a:t>PNG &amp; Shapes Layout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4A36BF88-3E31-412B-B208-4911EEDE8ACA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323529" y="123478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lt"/>
                <a:cs typeface="+mj-lt"/>
              </a:defRPr>
            </a:lvl1pPr>
          </a:lstStyle>
          <a:p>
            <a:pPr lvl="0">
              <a:buNone/>
            </a:pPr>
            <a:r>
              <a:t>Icon Sets Layout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03C759B8-4F75-414F-B8AA-6C1CFEB444A8}"/>
              </a:ext>
            </a:extLst>
          </p:cNvPr>
          <p:cNvSpPr>
            <a:spLocks noGrp="1"/>
          </p:cNvSpPr>
          <p:nvPr/>
        </p:nvSpPr>
        <p:spPr>
          <a:xfrm>
            <a:off x="354010" y="1131591"/>
            <a:ext cx="3560767" cy="5402561"/>
          </a:xfrm>
          <a:prstGeom prst="roundRect">
            <a:avLst>
              <a:gd name="adj" fmla="val 3968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351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F0AE5506-BA8A-4BDF-A1DC-E6031D61F072}"/>
              </a:ext>
            </a:extLst>
          </p:cNvPr>
          <p:cNvSpPr>
            <a:spLocks noGrp="1"/>
          </p:cNvSpPr>
          <p:nvPr/>
        </p:nvSpPr>
        <p:spPr>
          <a:xfrm>
            <a:off x="531933" y="1347500"/>
            <a:ext cx="153868" cy="5015200"/>
          </a:xfrm>
          <a:prstGeom prst="roundRect">
            <a:avLst>
              <a:gd name="adj" fmla="val 50000"/>
            </a:avLst>
          </a:prstGeom>
          <a:solidFill>
            <a:schemeClr val="bg1">
              <a:alpha val="4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351">
              <a:solidFill>
                <a:schemeClr val="bg1"/>
              </a:solidFill>
            </a:endParaRPr>
          </a:p>
        </p:txBody>
      </p:sp>
      <p:sp>
        <p:nvSpPr>
          <p:cNvPr id="5" name="Half Frame 4">
            <a:extLst>
              <a:ext uri="{FF2B5EF4-FFF2-40B4-BE49-F238E27FC236}">
                <a16:creationId xmlns:a16="http://schemas.microsoft.com/office/drawing/2014/main" id="{D1FDBC53-BBA8-4F1A-8A90-1F6C30F00E61}"/>
              </a:ext>
            </a:extLst>
          </p:cNvPr>
          <p:cNvSpPr>
            <a:spLocks noGrp="1"/>
          </p:cNvSpPr>
          <p:nvPr/>
        </p:nvSpPr>
        <p:spPr>
          <a:xfrm rot="5400000">
            <a:off x="3057177" y="1276653"/>
            <a:ext cx="685849" cy="685148"/>
          </a:xfrm>
          <a:prstGeom prst="halfFrame">
            <a:avLst>
              <a:gd name="adj1" fmla="val 23728"/>
              <a:gd name="adj2" fmla="val 24642"/>
            </a:avLst>
          </a:prstGeom>
          <a:solidFill>
            <a:schemeClr val="bg1"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35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644E8BB-F13A-4AE0-889E-633DE4143787}"/>
              </a:ext>
            </a:extLst>
          </p:cNvPr>
          <p:cNvSpPr>
            <a:spLocks noGrp="1"/>
          </p:cNvSpPr>
          <p:nvPr/>
        </p:nvSpPr>
        <p:spPr>
          <a:xfrm>
            <a:off x="711704" y="1637214"/>
            <a:ext cx="2232248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>
                <a:solidFill>
                  <a:schemeClr val="bg1"/>
                </a:solidFill>
                <a:latin typeface="Arial"/>
                <a:ea typeface="Arial"/>
                <a:cs typeface="Arial"/>
              </a:rPr>
              <a:t>You can Resize without losing quality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2CE2B8B-ED32-491A-95B2-D28904BC432C}"/>
              </a:ext>
            </a:extLst>
          </p:cNvPr>
          <p:cNvSpPr>
            <a:spLocks noGrp="1"/>
          </p:cNvSpPr>
          <p:nvPr/>
        </p:nvSpPr>
        <p:spPr>
          <a:xfrm>
            <a:off x="711704" y="2127463"/>
            <a:ext cx="2232248" cy="738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>
                <a:solidFill>
                  <a:schemeClr val="bg1"/>
                </a:solidFill>
                <a:latin typeface="Arial"/>
                <a:ea typeface="Arial"/>
                <a:cs typeface="Arial"/>
              </a:rPr>
              <a:t>You can Change Fill Color &amp;</a:t>
            </a:r>
          </a:p>
          <a:p>
            <a:r>
              <a:rPr sz="1400" b="1">
                <a:solidFill>
                  <a:schemeClr val="bg1"/>
                </a:solidFill>
                <a:latin typeface="Arial"/>
                <a:ea typeface="Arial"/>
                <a:cs typeface="Arial"/>
              </a:rPr>
              <a:t>Line Color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62A52DF-2523-4479-BFA3-B5ACE9887E1C}"/>
              </a:ext>
            </a:extLst>
          </p:cNvPr>
          <p:cNvSpPr>
            <a:spLocks noGrp="1"/>
          </p:cNvSpPr>
          <p:nvPr/>
        </p:nvSpPr>
        <p:spPr>
          <a:xfrm>
            <a:off x="721229" y="5808438"/>
            <a:ext cx="223200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>
                <a:solidFill>
                  <a:schemeClr val="bg1"/>
                </a:solidFill>
                <a:latin typeface="Arial"/>
                <a:ea typeface="Arial"/>
                <a:cs typeface="Arial"/>
              </a:rPr>
              <a:t>www.allppt.com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AAC314F-E96A-4408-95DE-A70E9ED054AF}"/>
              </a:ext>
            </a:extLst>
          </p:cNvPr>
          <p:cNvSpPr>
            <a:spLocks noGrp="1"/>
          </p:cNvSpPr>
          <p:nvPr/>
        </p:nvSpPr>
        <p:spPr>
          <a:xfrm>
            <a:off x="721229" y="4450324"/>
            <a:ext cx="2717296" cy="138499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chemeClr val="bg1"/>
                </a:solidFill>
                <a:latin typeface="+mn-lt"/>
                <a:ea typeface="+mn-lt"/>
                <a:cs typeface="+mn-lt"/>
              </a:rPr>
              <a:t>FREE </a:t>
            </a:r>
          </a:p>
          <a:p>
            <a:r>
              <a:rPr sz="2800" b="1">
                <a:solidFill>
                  <a:schemeClr val="bg1"/>
                </a:solidFill>
                <a:latin typeface="+mn-lt"/>
                <a:ea typeface="+mn-lt"/>
                <a:cs typeface="+mn-lt"/>
              </a:rPr>
              <a:t>PPT TEMPLATES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Slide layout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5.xml"/><Relationship Id="rId1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9.xml"/><Relationship Id="rId2" Type="http://schemas.openxmlformats.org/officeDocument/2006/relationships/slideLayout" Target="../slideLayouts/slideLayout4.xml"/><Relationship Id="rId16" Type="http://schemas.openxmlformats.org/officeDocument/2006/relationships/slideLayout" Target="../slideLayouts/slideLayout18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12.xml"/><Relationship Id="rId19" Type="http://schemas.openxmlformats.org/officeDocument/2006/relationships/theme" Target="../theme/theme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6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ftr="0" dt="0"/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  <p:sldLayoutId id="2147483664" r:id="rId13"/>
    <p:sldLayoutId id="2147483665" r:id="rId14"/>
    <p:sldLayoutId id="2147483666" r:id="rId15"/>
    <p:sldLayoutId id="2147483667" r:id="rId16"/>
    <p:sldLayoutId id="2147483668" r:id="rId17"/>
    <p:sldLayoutId id="2147483669" r:id="rId18"/>
  </p:sldLayoutIdLst>
  <p:hf hdr="0" ftr="0" dt="0"/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</p:sldLayoutIdLst>
  <p:hf hdr="0" ftr="0" dt="0"/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free-powerpoint-templates-design.com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>
            <a:hlinkClick r:id="rId3"/>
            <a:extLst>
              <a:ext uri="{FF2B5EF4-FFF2-40B4-BE49-F238E27FC236}">
                <a16:creationId xmlns:a16="http://schemas.microsoft.com/office/drawing/2014/main" id="{D6A79285-3107-4BC0-8875-8EF27C571FEF}"/>
              </a:ext>
            </a:extLst>
          </p:cNvPr>
          <p:cNvSpPr>
            <a:spLocks noGrp="1"/>
          </p:cNvSpPr>
          <p:nvPr/>
        </p:nvSpPr>
        <p:spPr>
          <a:xfrm>
            <a:off x="609468" y="6117628"/>
            <a:ext cx="5286101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endParaRPr sz="1000">
              <a:solidFill>
                <a:schemeClr val="bg1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8B135A4-E404-492F-A148-A6DA3E196F2F}"/>
              </a:ext>
            </a:extLst>
          </p:cNvPr>
          <p:cNvSpPr>
            <a:spLocks noGrp="1"/>
          </p:cNvSpPr>
          <p:nvPr/>
        </p:nvSpPr>
        <p:spPr>
          <a:xfrm>
            <a:off x="609467" y="3130359"/>
            <a:ext cx="5286102" cy="258532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endParaRPr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40B7C1A-C50C-404D-A7B2-1762B76D5ED9}"/>
              </a:ext>
            </a:extLst>
          </p:cNvPr>
          <p:cNvSpPr>
            <a:spLocks noGrp="1"/>
          </p:cNvSpPr>
          <p:nvPr/>
        </p:nvSpPr>
        <p:spPr>
          <a:xfrm>
            <a:off x="609467" y="5715682"/>
            <a:ext cx="5286102" cy="379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endParaRPr sz="1867">
              <a:solidFill>
                <a:schemeClr val="bg1"/>
              </a:solidFill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40A70D3-A520-4319-9821-AF7B9CDB3156}"/>
              </a:ext>
            </a:extLst>
          </p:cNvPr>
          <p:cNvSpPr>
            <a:spLocks noGrp="1"/>
          </p:cNvSpPr>
          <p:nvPr/>
        </p:nvSpPr>
        <p:spPr>
          <a:xfrm>
            <a:off x="685800" y="3219450"/>
            <a:ext cx="6858000" cy="609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32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2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Pengembangan Situs Web I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24F1D99-0EDF-4F7A-AB61-33903AD2B384}"/>
              </a:ext>
            </a:extLst>
          </p:cNvPr>
          <p:cNvSpPr>
            <a:spLocks noGrp="1"/>
          </p:cNvSpPr>
          <p:nvPr/>
        </p:nvSpPr>
        <p:spPr>
          <a:xfrm>
            <a:off x="685800" y="3905250"/>
            <a:ext cx="2857500" cy="4572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2175" b="1">
                <a:solidFill>
                  <a:srgbClr val="77DBE1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77DBE1"/>
                </a:solidFill>
                <a:latin typeface="Arial"/>
                <a:ea typeface="Arial"/>
                <a:cs typeface="Arial"/>
              </a:rPr>
              <a:t>Minggu 1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5731E2CA-A5D3-45B6-8F8B-98468C130182}"/>
              </a:ext>
            </a:extLst>
          </p:cNvPr>
          <p:cNvSpPr>
            <a:spLocks noGrp="1"/>
          </p:cNvSpPr>
          <p:nvPr/>
        </p:nvSpPr>
        <p:spPr>
          <a:xfrm>
            <a:off x="685800" y="4476750"/>
            <a:ext cx="6191250" cy="7620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Ekosistem</a:t>
            </a:r>
            <a:r>
              <a:rPr sz="18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web, HTTP, browser, </a:t>
            </a:r>
            <a:r>
              <a:rPr sz="1800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DevTools</a:t>
            </a:r>
            <a:r>
              <a:rPr sz="18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, dan Git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C737C5CE-A776-45BD-BE6C-BF61DEA54843}"/>
              </a:ext>
            </a:extLst>
          </p:cNvPr>
          <p:cNvSpPr>
            <a:spLocks noGrp="1"/>
          </p:cNvSpPr>
          <p:nvPr/>
        </p:nvSpPr>
        <p:spPr>
          <a:xfrm>
            <a:off x="685800" y="5429250"/>
            <a:ext cx="6191250" cy="3429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4141103 · D4 </a:t>
            </a:r>
            <a:r>
              <a:rPr sz="1200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Teknologi</a:t>
            </a:r>
            <a:r>
              <a:rPr sz="12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200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Rekayasa</a:t>
            </a:r>
            <a:r>
              <a:rPr sz="12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200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Perangkat</a:t>
            </a:r>
            <a:r>
              <a:rPr sz="12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200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Lunak</a:t>
            </a:r>
            <a:endParaRPr sz="1200" b="0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1106CE1-3646-D09D-FE98-3799CFD16349}"/>
              </a:ext>
            </a:extLst>
          </p:cNvPr>
          <p:cNvSpPr>
            <a:spLocks noGrp="1"/>
          </p:cNvSpPr>
          <p:nvPr/>
        </p:nvSpPr>
        <p:spPr>
          <a:xfrm>
            <a:off x="685800" y="5923888"/>
            <a:ext cx="6191250" cy="3429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en-US" sz="16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Ardiles Sinaga, S.T., M.T.</a:t>
            </a:r>
            <a:endParaRPr sz="1600" b="1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130719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D9DFC67-978F-4E90-9B54-5B194C0AF383}"/>
              </a:ext>
            </a:extLst>
          </p:cNvPr>
          <p:cNvSpPr>
            <a:spLocks noGrp="1"/>
          </p:cNvSpPr>
          <p:nvPr/>
        </p:nvSpPr>
        <p:spPr>
          <a:xfrm>
            <a:off x="8477250" y="533400"/>
            <a:ext cx="2952750" cy="8572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r">
              <a:defRPr sz="28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Materi hari ini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9BDD0EBA-AA84-4F22-AA0C-58FA6832385F}"/>
              </a:ext>
            </a:extLst>
          </p:cNvPr>
          <p:cNvSpPr>
            <a:spLocks noGrp="1"/>
          </p:cNvSpPr>
          <p:nvPr/>
        </p:nvSpPr>
        <p:spPr>
          <a:xfrm>
            <a:off x="781050" y="1371600"/>
            <a:ext cx="628650" cy="628650"/>
          </a:xfrm>
          <a:prstGeom prst="roundRect">
            <a:avLst>
              <a:gd name="adj" fmla="val 27273"/>
            </a:avLst>
          </a:prstGeom>
          <a:solidFill>
            <a:srgbClr val="54CBA0"/>
          </a:solidFill>
          <a:ln w="0">
            <a:noFill/>
          </a:ln>
        </p:spPr>
        <p:txBody>
          <a:bodyPr anchor="ctr"/>
          <a:lstStyle/>
          <a:p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AB337BC-6646-47E1-B870-A7452C7CAA7C}"/>
              </a:ext>
            </a:extLst>
          </p:cNvPr>
          <p:cNvSpPr>
            <a:spLocks noGrp="1"/>
          </p:cNvSpPr>
          <p:nvPr/>
        </p:nvSpPr>
        <p:spPr>
          <a:xfrm>
            <a:off x="1695450" y="1409700"/>
            <a:ext cx="5238750" cy="5238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Ekosistem web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8E93019-60DA-4813-A454-0F3B0FC8EE41}"/>
              </a:ext>
            </a:extLst>
          </p:cNvPr>
          <p:cNvSpPr>
            <a:spLocks noGrp="1"/>
          </p:cNvSpPr>
          <p:nvPr/>
        </p:nvSpPr>
        <p:spPr>
          <a:xfrm>
            <a:off x="781050" y="2514600"/>
            <a:ext cx="628650" cy="628650"/>
          </a:xfrm>
          <a:prstGeom prst="roundRect">
            <a:avLst>
              <a:gd name="adj" fmla="val 27273"/>
            </a:avLst>
          </a:prstGeom>
          <a:solidFill>
            <a:srgbClr val="ED3B55"/>
          </a:solidFill>
          <a:ln w="0">
            <a:noFill/>
          </a:ln>
        </p:spPr>
        <p:txBody>
          <a:bodyPr anchor="ctr"/>
          <a:lstStyle/>
          <a:p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2D3B238-747C-429E-B1DD-F117CCDB30FA}"/>
              </a:ext>
            </a:extLst>
          </p:cNvPr>
          <p:cNvSpPr>
            <a:spLocks noGrp="1"/>
          </p:cNvSpPr>
          <p:nvPr/>
        </p:nvSpPr>
        <p:spPr>
          <a:xfrm>
            <a:off x="1695450" y="2552700"/>
            <a:ext cx="5238750" cy="5238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URL dan HTTP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1C12456-9C4D-4019-A954-69AFFC86C672}"/>
              </a:ext>
            </a:extLst>
          </p:cNvPr>
          <p:cNvSpPr>
            <a:spLocks noGrp="1"/>
          </p:cNvSpPr>
          <p:nvPr/>
        </p:nvSpPr>
        <p:spPr>
          <a:xfrm>
            <a:off x="781050" y="3657600"/>
            <a:ext cx="628650" cy="628650"/>
          </a:xfrm>
          <a:prstGeom prst="roundRect">
            <a:avLst>
              <a:gd name="adj" fmla="val 27273"/>
            </a:avLst>
          </a:prstGeom>
          <a:solidFill>
            <a:srgbClr val="F79465"/>
          </a:solidFill>
          <a:ln w="0">
            <a:noFill/>
          </a:ln>
        </p:spPr>
        <p:txBody>
          <a:bodyPr anchor="ctr"/>
          <a:lstStyle/>
          <a:p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4F16069-8B00-42EC-B941-D272ED081F6B}"/>
              </a:ext>
            </a:extLst>
          </p:cNvPr>
          <p:cNvSpPr>
            <a:spLocks noGrp="1"/>
          </p:cNvSpPr>
          <p:nvPr/>
        </p:nvSpPr>
        <p:spPr>
          <a:xfrm>
            <a:off x="1695450" y="3695700"/>
            <a:ext cx="5238750" cy="5238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Browser dan DevTools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93AABB5-558C-4251-A4FC-03C37F4E2B0E}"/>
              </a:ext>
            </a:extLst>
          </p:cNvPr>
          <p:cNvSpPr>
            <a:spLocks noGrp="1"/>
          </p:cNvSpPr>
          <p:nvPr/>
        </p:nvSpPr>
        <p:spPr>
          <a:xfrm>
            <a:off x="781050" y="4800600"/>
            <a:ext cx="628650" cy="628650"/>
          </a:xfrm>
          <a:prstGeom prst="roundRect">
            <a:avLst>
              <a:gd name="adj" fmla="val 27273"/>
            </a:avLst>
          </a:prstGeom>
          <a:solidFill>
            <a:srgbClr val="F0D23F"/>
          </a:solidFill>
          <a:ln w="0">
            <a:noFill/>
          </a:ln>
        </p:spPr>
        <p:txBody>
          <a:bodyPr anchor="ctr"/>
          <a:lstStyle/>
          <a:p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36A61D3-EBD6-47C7-847B-3943629D7BB3}"/>
              </a:ext>
            </a:extLst>
          </p:cNvPr>
          <p:cNvSpPr>
            <a:spLocks noGrp="1"/>
          </p:cNvSpPr>
          <p:nvPr/>
        </p:nvSpPr>
        <p:spPr>
          <a:xfrm>
            <a:off x="1695450" y="4838700"/>
            <a:ext cx="5238750" cy="5238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Struktur proyek, Git, dan AI</a:t>
            </a:r>
          </a:p>
        </p:txBody>
      </p:sp>
    </p:spTree>
    <p:extLst>
      <p:ext uri="{BB962C8B-B14F-4D97-AF65-F5344CB8AC3E}">
        <p14:creationId xmlns:p14="http://schemas.microsoft.com/office/powerpoint/2010/main" val="31488225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FE2E8406-E476-4FCC-87EB-2286510252EB}"/>
              </a:ext>
            </a:extLst>
          </p:cNvPr>
          <p:cNvSpPr>
            <a:spLocks noGrp="1"/>
          </p:cNvSpPr>
          <p:nvPr/>
        </p:nvSpPr>
        <p:spPr>
          <a:xfrm>
            <a:off x="7271655" y="4944787"/>
            <a:ext cx="5110877" cy="83099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endParaRPr sz="4800" b="1">
              <a:solidFill>
                <a:schemeClr val="bg1"/>
              </a:solidFill>
              <a:latin typeface="+mj-lt"/>
              <a:ea typeface="+mj-lt"/>
              <a:cs typeface="+mj-l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03E198C-2F62-4A3F-B8BD-60A5F8A2D261}"/>
              </a:ext>
            </a:extLst>
          </p:cNvPr>
          <p:cNvSpPr>
            <a:spLocks noGrp="1"/>
          </p:cNvSpPr>
          <p:nvPr/>
        </p:nvSpPr>
        <p:spPr>
          <a:xfrm>
            <a:off x="7271655" y="5775784"/>
            <a:ext cx="5110815" cy="379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endParaRPr sz="1867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B393D2B-FAD0-4849-938F-5BF6BF9BC847}"/>
              </a:ext>
            </a:extLst>
          </p:cNvPr>
          <p:cNvSpPr>
            <a:spLocks noGrp="1"/>
          </p:cNvSpPr>
          <p:nvPr/>
        </p:nvSpPr>
        <p:spPr>
          <a:xfrm>
            <a:off x="5715000" y="4457700"/>
            <a:ext cx="552450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r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Apa yang terjadi ketika URL dibuka?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E8B9E4E-060F-47D4-B0B8-0980DCC02F30}"/>
              </a:ext>
            </a:extLst>
          </p:cNvPr>
          <p:cNvSpPr>
            <a:spLocks noGrp="1"/>
          </p:cNvSpPr>
          <p:nvPr/>
        </p:nvSpPr>
        <p:spPr>
          <a:xfrm>
            <a:off x="6000750" y="5143500"/>
            <a:ext cx="5238750" cy="4953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Satu halaman melibatkan DNS, HTTP, server, dan browser</a:t>
            </a:r>
          </a:p>
        </p:txBody>
      </p:sp>
    </p:spTree>
    <p:extLst>
      <p:ext uri="{BB962C8B-B14F-4D97-AF65-F5344CB8AC3E}">
        <p14:creationId xmlns:p14="http://schemas.microsoft.com/office/powerpoint/2010/main" val="36009849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35F7F3-C1B5-4B60-A00A-4EB618DDFB5A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53184FE-8019-44C2-B7E8-E22A4F5A0F4A}"/>
              </a:ext>
            </a:extLst>
          </p:cNvPr>
          <p:cNvSpPr>
            <a:spLocks noGrp="1"/>
          </p:cNvSpPr>
          <p:nvPr/>
        </p:nvSpPr>
        <p:spPr>
          <a:xfrm>
            <a:off x="5074722" y="1762485"/>
            <a:ext cx="1312726" cy="10156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endParaRPr sz="2400" b="1">
              <a:solidFill>
                <a:schemeClr val="accent3"/>
              </a:solidFill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4B2F01E-14F3-4672-8D1A-DCFFB9378456}"/>
              </a:ext>
            </a:extLst>
          </p:cNvPr>
          <p:cNvSpPr>
            <a:spLocks noGrp="1"/>
          </p:cNvSpPr>
          <p:nvPr/>
        </p:nvSpPr>
        <p:spPr>
          <a:xfrm>
            <a:off x="6366833" y="1998167"/>
            <a:ext cx="523699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3F351ED-572C-452D-BE7E-776F159382B1}"/>
              </a:ext>
            </a:extLst>
          </p:cNvPr>
          <p:cNvSpPr>
            <a:spLocks noGrp="1"/>
          </p:cNvSpPr>
          <p:nvPr/>
        </p:nvSpPr>
        <p:spPr>
          <a:xfrm>
            <a:off x="5099260" y="3736303"/>
            <a:ext cx="1869058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endParaRPr sz="1400" b="1">
              <a:solidFill>
                <a:schemeClr val="accent1"/>
              </a:solidFill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76477F0-4D77-45A8-9BA5-7010A1106C97}"/>
              </a:ext>
            </a:extLst>
          </p:cNvPr>
          <p:cNvSpPr>
            <a:spLocks noGrp="1"/>
          </p:cNvSpPr>
          <p:nvPr/>
        </p:nvSpPr>
        <p:spPr>
          <a:xfrm>
            <a:off x="5106058" y="4033859"/>
            <a:ext cx="1862259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331906C-4827-49DE-9CB6-61D5423A2EEE}"/>
              </a:ext>
            </a:extLst>
          </p:cNvPr>
          <p:cNvSpPr>
            <a:spLocks noGrp="1"/>
          </p:cNvSpPr>
          <p:nvPr/>
        </p:nvSpPr>
        <p:spPr>
          <a:xfrm>
            <a:off x="7397892" y="3736303"/>
            <a:ext cx="1869058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endParaRPr sz="1400" b="1">
              <a:solidFill>
                <a:schemeClr val="accent2"/>
              </a:solidFill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284FB7B7-42FE-4EBF-A54E-1C3A6DF7EB92}"/>
              </a:ext>
            </a:extLst>
          </p:cNvPr>
          <p:cNvSpPr>
            <a:spLocks noGrp="1"/>
          </p:cNvSpPr>
          <p:nvPr/>
        </p:nvSpPr>
        <p:spPr>
          <a:xfrm>
            <a:off x="7404690" y="4033859"/>
            <a:ext cx="1862259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A011895D-F6B2-49D7-9E45-31D58205AE6F}"/>
              </a:ext>
            </a:extLst>
          </p:cNvPr>
          <p:cNvSpPr>
            <a:spLocks noGrp="1"/>
          </p:cNvSpPr>
          <p:nvPr/>
        </p:nvSpPr>
        <p:spPr>
          <a:xfrm>
            <a:off x="9696523" y="3736303"/>
            <a:ext cx="1869058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endParaRPr sz="1400" b="1">
              <a:solidFill>
                <a:schemeClr val="accent3"/>
              </a:solidFill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DDA8C6CB-BE93-48F7-B6C6-F99AEEF27084}"/>
              </a:ext>
            </a:extLst>
          </p:cNvPr>
          <p:cNvSpPr>
            <a:spLocks noGrp="1"/>
          </p:cNvSpPr>
          <p:nvPr/>
        </p:nvSpPr>
        <p:spPr>
          <a:xfrm>
            <a:off x="9703321" y="4033859"/>
            <a:ext cx="1862259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F08F0FB4-45A6-4F35-A05C-574184989ECD}"/>
              </a:ext>
            </a:extLst>
          </p:cNvPr>
          <p:cNvSpPr>
            <a:spLocks noGrp="1"/>
          </p:cNvSpPr>
          <p:nvPr/>
        </p:nvSpPr>
        <p:spPr>
          <a:xfrm>
            <a:off x="5104759" y="2603224"/>
            <a:ext cx="649906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84" name="자유형: 도형 83">
            <a:extLst>
              <a:ext uri="{FF2B5EF4-FFF2-40B4-BE49-F238E27FC236}">
                <a16:creationId xmlns:a16="http://schemas.microsoft.com/office/drawing/2014/main" id="{26D317A4-41CF-4D90-BFEB-973D3F423EFB}"/>
              </a:ext>
            </a:extLst>
          </p:cNvPr>
          <p:cNvSpPr>
            <a:spLocks noGrp="1"/>
          </p:cNvSpPr>
          <p:nvPr/>
        </p:nvSpPr>
        <p:spPr>
          <a:xfrm>
            <a:off x="2342515" y="4265577"/>
            <a:ext cx="2196895" cy="1156779"/>
          </a:xfrm>
          <a:custGeom>
            <a:avLst/>
            <a:gdLst>
              <a:gd name="connsiteX0" fmla="*/ 3823851 w 3823851"/>
              <a:gd name="connsiteY0" fmla="*/ 1995749 h 2013456"/>
              <a:gd name="connsiteX1" fmla="*/ 3724061 w 3823851"/>
              <a:gd name="connsiteY1" fmla="*/ 1540267 h 2013456"/>
              <a:gd name="connsiteX2" fmla="*/ 3456907 w 3823851"/>
              <a:gd name="connsiteY2" fmla="*/ 901904 h 2013456"/>
              <a:gd name="connsiteX3" fmla="*/ 2927278 w 3823851"/>
              <a:gd name="connsiteY3" fmla="*/ 186907 h 2013456"/>
              <a:gd name="connsiteX4" fmla="*/ 2686181 w 3823851"/>
              <a:gd name="connsiteY4" fmla="*/ 2369 h 2013456"/>
              <a:gd name="connsiteX5" fmla="*/ 2668948 w 3823851"/>
              <a:gd name="connsiteY5" fmla="*/ 20254 h 2013456"/>
              <a:gd name="connsiteX6" fmla="*/ 2644430 w 3823851"/>
              <a:gd name="connsiteY6" fmla="*/ 68995 h 2013456"/>
              <a:gd name="connsiteX7" fmla="*/ 2549495 w 3823851"/>
              <a:gd name="connsiteY7" fmla="*/ 0 h 2013456"/>
              <a:gd name="connsiteX8" fmla="*/ 1593343 w 3823851"/>
              <a:gd name="connsiteY8" fmla="*/ 240267 h 2013456"/>
              <a:gd name="connsiteX9" fmla="*/ 1473654 w 3823851"/>
              <a:gd name="connsiteY9" fmla="*/ 245952 h 2013456"/>
              <a:gd name="connsiteX10" fmla="*/ 1400395 w 3823851"/>
              <a:gd name="connsiteY10" fmla="*/ 283263 h 2013456"/>
              <a:gd name="connsiteX11" fmla="*/ 1241204 w 3823851"/>
              <a:gd name="connsiteY11" fmla="*/ 441210 h 2013456"/>
              <a:gd name="connsiteX12" fmla="*/ 1073426 w 3823851"/>
              <a:gd name="connsiteY12" fmla="*/ 658025 h 2013456"/>
              <a:gd name="connsiteX13" fmla="*/ 1021665 w 3823851"/>
              <a:gd name="connsiteY13" fmla="*/ 525247 h 2013456"/>
              <a:gd name="connsiteX14" fmla="*/ 996614 w 3823851"/>
              <a:gd name="connsiteY14" fmla="*/ 516364 h 2013456"/>
              <a:gd name="connsiteX15" fmla="*/ 642166 w 3823851"/>
              <a:gd name="connsiteY15" fmla="*/ 424805 h 2013456"/>
              <a:gd name="connsiteX16" fmla="*/ 595616 w 3823851"/>
              <a:gd name="connsiteY16" fmla="*/ 427648 h 2013456"/>
              <a:gd name="connsiteX17" fmla="*/ 479362 w 3823851"/>
              <a:gd name="connsiteY17" fmla="*/ 511330 h 2013456"/>
              <a:gd name="connsiteX18" fmla="*/ 435893 w 3823851"/>
              <a:gd name="connsiteY18" fmla="*/ 588379 h 2013456"/>
              <a:gd name="connsiteX19" fmla="*/ 169627 w 3823851"/>
              <a:gd name="connsiteY19" fmla="*/ 1071104 h 2013456"/>
              <a:gd name="connsiteX20" fmla="*/ 168679 w 3823851"/>
              <a:gd name="connsiteY20" fmla="*/ 1995690 h 2013456"/>
              <a:gd name="connsiteX21" fmla="*/ 895817 w 3823851"/>
              <a:gd name="connsiteY21" fmla="*/ 1714678 h 2013456"/>
              <a:gd name="connsiteX22" fmla="*/ 1023501 w 3823851"/>
              <a:gd name="connsiteY22" fmla="*/ 1629160 h 2013456"/>
              <a:gd name="connsiteX23" fmla="*/ 1304751 w 3823851"/>
              <a:gd name="connsiteY23" fmla="*/ 1394223 h 2013456"/>
              <a:gd name="connsiteX24" fmla="*/ 1427105 w 3823851"/>
              <a:gd name="connsiteY24" fmla="*/ 1306870 h 2013456"/>
              <a:gd name="connsiteX25" fmla="*/ 1465600 w 3823851"/>
              <a:gd name="connsiteY25" fmla="*/ 1336540 h 2013456"/>
              <a:gd name="connsiteX26" fmla="*/ 1454525 w 3823851"/>
              <a:gd name="connsiteY26" fmla="*/ 2013457 h 2013456"/>
              <a:gd name="connsiteX27" fmla="*/ 3823851 w 3823851"/>
              <a:gd name="connsiteY27" fmla="*/ 1995749 h 2013456"/>
            </a:gdLst>
            <a:ahLst/>
            <a:cxnLst/>
            <a:rect l="l" t="t" r="r" b="b"/>
            <a:pathLst>
              <a:path w="3823851" h="2013456">
                <a:moveTo>
                  <a:pt x="3823851" y="1995749"/>
                </a:moveTo>
                <a:cubicBezTo>
                  <a:pt x="3823851" y="1995749"/>
                  <a:pt x="3726963" y="1551756"/>
                  <a:pt x="3724061" y="1540267"/>
                </a:cubicBezTo>
                <a:cubicBezTo>
                  <a:pt x="3666674" y="1314213"/>
                  <a:pt x="3570378" y="1104268"/>
                  <a:pt x="3456907" y="901904"/>
                </a:cubicBezTo>
                <a:cubicBezTo>
                  <a:pt x="3310745" y="641205"/>
                  <a:pt x="3143145" y="395964"/>
                  <a:pt x="2927278" y="186907"/>
                </a:cubicBezTo>
                <a:cubicBezTo>
                  <a:pt x="2854256" y="116136"/>
                  <a:pt x="2776260" y="51169"/>
                  <a:pt x="2686181" y="2369"/>
                </a:cubicBezTo>
                <a:cubicBezTo>
                  <a:pt x="2674752" y="2843"/>
                  <a:pt x="2672797" y="12614"/>
                  <a:pt x="2668948" y="20254"/>
                </a:cubicBezTo>
                <a:cubicBezTo>
                  <a:pt x="2660775" y="36481"/>
                  <a:pt x="2653135" y="53004"/>
                  <a:pt x="2644430" y="68995"/>
                </a:cubicBezTo>
                <a:lnTo>
                  <a:pt x="2549495" y="0"/>
                </a:lnTo>
                <a:lnTo>
                  <a:pt x="1593343" y="240267"/>
                </a:lnTo>
                <a:cubicBezTo>
                  <a:pt x="1553486" y="243051"/>
                  <a:pt x="1513629" y="244886"/>
                  <a:pt x="1473654" y="245952"/>
                </a:cubicBezTo>
                <a:cubicBezTo>
                  <a:pt x="1445878" y="251875"/>
                  <a:pt x="1422308" y="266384"/>
                  <a:pt x="1400395" y="283263"/>
                </a:cubicBezTo>
                <a:cubicBezTo>
                  <a:pt x="1340758" y="329220"/>
                  <a:pt x="1289412" y="383823"/>
                  <a:pt x="1241204" y="441210"/>
                </a:cubicBezTo>
                <a:cubicBezTo>
                  <a:pt x="1180975" y="512929"/>
                  <a:pt x="1120035" y="584292"/>
                  <a:pt x="1073426" y="658025"/>
                </a:cubicBezTo>
                <a:cubicBezTo>
                  <a:pt x="1106295" y="599986"/>
                  <a:pt x="1089416" y="551542"/>
                  <a:pt x="1021665" y="525247"/>
                </a:cubicBezTo>
                <a:cubicBezTo>
                  <a:pt x="1013374" y="522049"/>
                  <a:pt x="1004906" y="519384"/>
                  <a:pt x="996614" y="516364"/>
                </a:cubicBezTo>
                <a:cubicBezTo>
                  <a:pt x="880538" y="477987"/>
                  <a:pt x="761263" y="451692"/>
                  <a:pt x="642166" y="424805"/>
                </a:cubicBezTo>
                <a:cubicBezTo>
                  <a:pt x="626768" y="421311"/>
                  <a:pt x="610837" y="421311"/>
                  <a:pt x="595616" y="427648"/>
                </a:cubicBezTo>
                <a:cubicBezTo>
                  <a:pt x="543974" y="437657"/>
                  <a:pt x="506486" y="467801"/>
                  <a:pt x="479362" y="511330"/>
                </a:cubicBezTo>
                <a:cubicBezTo>
                  <a:pt x="463787" y="536322"/>
                  <a:pt x="448863" y="561965"/>
                  <a:pt x="435893" y="588379"/>
                </a:cubicBezTo>
                <a:cubicBezTo>
                  <a:pt x="354995" y="753669"/>
                  <a:pt x="245136" y="902911"/>
                  <a:pt x="169627" y="1071104"/>
                </a:cubicBezTo>
                <a:cubicBezTo>
                  <a:pt x="-139279" y="1652198"/>
                  <a:pt x="44312" y="1995690"/>
                  <a:pt x="168679" y="1995690"/>
                </a:cubicBezTo>
                <a:cubicBezTo>
                  <a:pt x="512646" y="1995690"/>
                  <a:pt x="883617" y="1719652"/>
                  <a:pt x="895817" y="1714678"/>
                </a:cubicBezTo>
                <a:cubicBezTo>
                  <a:pt x="941656" y="1691048"/>
                  <a:pt x="982045" y="1659245"/>
                  <a:pt x="1023501" y="1629160"/>
                </a:cubicBezTo>
                <a:cubicBezTo>
                  <a:pt x="1122522" y="1557204"/>
                  <a:pt x="1212718" y="1474530"/>
                  <a:pt x="1304751" y="1394223"/>
                </a:cubicBezTo>
                <a:cubicBezTo>
                  <a:pt x="1342890" y="1360940"/>
                  <a:pt x="1386893" y="1336718"/>
                  <a:pt x="1427105" y="1306870"/>
                </a:cubicBezTo>
                <a:cubicBezTo>
                  <a:pt x="1435100" y="1296683"/>
                  <a:pt x="1471403" y="1317115"/>
                  <a:pt x="1465600" y="1336540"/>
                </a:cubicBezTo>
                <a:cubicBezTo>
                  <a:pt x="1472825" y="1449005"/>
                  <a:pt x="1454525" y="2013457"/>
                  <a:pt x="1454525" y="2013457"/>
                </a:cubicBezTo>
                <a:lnTo>
                  <a:pt x="3823851" y="1995749"/>
                </a:lnTo>
                <a:close/>
              </a:path>
            </a:pathLst>
          </a:custGeom>
          <a:solidFill>
            <a:schemeClr val="accent5">
              <a:lumMod val="75000"/>
            </a:schemeClr>
          </a:solidFill>
          <a:ln w="5921">
            <a:noFill/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85" name="자유형: 도형 84">
            <a:extLst>
              <a:ext uri="{FF2B5EF4-FFF2-40B4-BE49-F238E27FC236}">
                <a16:creationId xmlns:a16="http://schemas.microsoft.com/office/drawing/2014/main" id="{D962EF98-8AA6-4DF1-98E5-FBFD5871DD77}"/>
              </a:ext>
            </a:extLst>
          </p:cNvPr>
          <p:cNvSpPr>
            <a:spLocks noGrp="1"/>
          </p:cNvSpPr>
          <p:nvPr/>
        </p:nvSpPr>
        <p:spPr>
          <a:xfrm>
            <a:off x="3610037" y="4575843"/>
            <a:ext cx="224500" cy="478679"/>
          </a:xfrm>
          <a:custGeom>
            <a:avLst/>
            <a:gdLst>
              <a:gd name="connsiteX0" fmla="*/ 10630 w 390758"/>
              <a:gd name="connsiteY0" fmla="*/ 39276 h 833175"/>
              <a:gd name="connsiteX1" fmla="*/ 1569 w 390758"/>
              <a:gd name="connsiteY1" fmla="*/ 5578 h 833175"/>
              <a:gd name="connsiteX2" fmla="*/ 11045 w 390758"/>
              <a:gd name="connsiteY2" fmla="*/ 4275 h 833175"/>
              <a:gd name="connsiteX3" fmla="*/ 43617 w 390758"/>
              <a:gd name="connsiteY3" fmla="*/ 18963 h 833175"/>
              <a:gd name="connsiteX4" fmla="*/ 173256 w 390758"/>
              <a:gd name="connsiteY4" fmla="*/ 314662 h 833175"/>
              <a:gd name="connsiteX5" fmla="*/ 207013 w 390758"/>
              <a:gd name="connsiteY5" fmla="*/ 131071 h 833175"/>
              <a:gd name="connsiteX6" fmla="*/ 213054 w 390758"/>
              <a:gd name="connsiteY6" fmla="*/ 90385 h 833175"/>
              <a:gd name="connsiteX7" fmla="*/ 242073 w 390758"/>
              <a:gd name="connsiteY7" fmla="*/ 60063 h 833175"/>
              <a:gd name="connsiteX8" fmla="*/ 253562 w 390758"/>
              <a:gd name="connsiteY8" fmla="*/ 94768 h 833175"/>
              <a:gd name="connsiteX9" fmla="*/ 216252 w 390758"/>
              <a:gd name="connsiteY9" fmla="*/ 270363 h 833175"/>
              <a:gd name="connsiteX10" fmla="*/ 202038 w 390758"/>
              <a:gd name="connsiteY10" fmla="*/ 336515 h 833175"/>
              <a:gd name="connsiteX11" fmla="*/ 225964 w 390758"/>
              <a:gd name="connsiteY11" fmla="*/ 420079 h 833175"/>
              <a:gd name="connsiteX12" fmla="*/ 385629 w 390758"/>
              <a:gd name="connsiteY12" fmla="*/ 788444 h 833175"/>
              <a:gd name="connsiteX13" fmla="*/ 390130 w 390758"/>
              <a:gd name="connsiteY13" fmla="*/ 802362 h 833175"/>
              <a:gd name="connsiteX14" fmla="*/ 378286 w 390758"/>
              <a:gd name="connsiteY14" fmla="*/ 832092 h 833175"/>
              <a:gd name="connsiteX15" fmla="*/ 351694 w 390758"/>
              <a:gd name="connsiteY15" fmla="*/ 814858 h 833175"/>
              <a:gd name="connsiteX16" fmla="*/ 302776 w 390758"/>
              <a:gd name="connsiteY16" fmla="*/ 704111 h 833175"/>
              <a:gd name="connsiteX17" fmla="*/ 154127 w 390758"/>
              <a:gd name="connsiteY17" fmla="*/ 366364 h 833175"/>
              <a:gd name="connsiteX18" fmla="*/ 10630 w 390758"/>
              <a:gd name="connsiteY18" fmla="*/ 39276 h 833175"/>
            </a:gdLst>
            <a:ahLst/>
            <a:cxnLst/>
            <a:rect l="l" t="t" r="r" b="b"/>
            <a:pathLst>
              <a:path w="390758" h="833175">
                <a:moveTo>
                  <a:pt x="10630" y="39276"/>
                </a:moveTo>
                <a:cubicBezTo>
                  <a:pt x="5359" y="28675"/>
                  <a:pt x="-3642" y="19022"/>
                  <a:pt x="1569" y="5578"/>
                </a:cubicBezTo>
                <a:cubicBezTo>
                  <a:pt x="4708" y="5164"/>
                  <a:pt x="7847" y="4749"/>
                  <a:pt x="11045" y="4275"/>
                </a:cubicBezTo>
                <a:cubicBezTo>
                  <a:pt x="28279" y="-4904"/>
                  <a:pt x="35978" y="1018"/>
                  <a:pt x="43617" y="18963"/>
                </a:cubicBezTo>
                <a:cubicBezTo>
                  <a:pt x="84836" y="115614"/>
                  <a:pt x="127773" y="211496"/>
                  <a:pt x="173256" y="314662"/>
                </a:cubicBezTo>
                <a:cubicBezTo>
                  <a:pt x="185397" y="248747"/>
                  <a:pt x="196294" y="189939"/>
                  <a:pt x="207013" y="131071"/>
                </a:cubicBezTo>
                <a:cubicBezTo>
                  <a:pt x="209441" y="117569"/>
                  <a:pt x="211218" y="103948"/>
                  <a:pt x="213054" y="90385"/>
                </a:cubicBezTo>
                <a:cubicBezTo>
                  <a:pt x="215363" y="72974"/>
                  <a:pt x="224365" y="57576"/>
                  <a:pt x="242073" y="60063"/>
                </a:cubicBezTo>
                <a:cubicBezTo>
                  <a:pt x="260669" y="62669"/>
                  <a:pt x="255931" y="82627"/>
                  <a:pt x="253562" y="94768"/>
                </a:cubicBezTo>
                <a:cubicBezTo>
                  <a:pt x="242132" y="153517"/>
                  <a:pt x="228866" y="211851"/>
                  <a:pt x="216252" y="270363"/>
                </a:cubicBezTo>
                <a:cubicBezTo>
                  <a:pt x="211514" y="292394"/>
                  <a:pt x="206954" y="314485"/>
                  <a:pt x="202038" y="336515"/>
                </a:cubicBezTo>
                <a:cubicBezTo>
                  <a:pt x="194872" y="368673"/>
                  <a:pt x="214712" y="393606"/>
                  <a:pt x="225964" y="420079"/>
                </a:cubicBezTo>
                <a:cubicBezTo>
                  <a:pt x="278199" y="543262"/>
                  <a:pt x="332269" y="665735"/>
                  <a:pt x="385629" y="788444"/>
                </a:cubicBezTo>
                <a:cubicBezTo>
                  <a:pt x="387583" y="792945"/>
                  <a:pt x="389893" y="797683"/>
                  <a:pt x="390130" y="802362"/>
                </a:cubicBezTo>
                <a:cubicBezTo>
                  <a:pt x="390663" y="813851"/>
                  <a:pt x="393861" y="827413"/>
                  <a:pt x="378286" y="832092"/>
                </a:cubicBezTo>
                <a:cubicBezTo>
                  <a:pt x="363420" y="836593"/>
                  <a:pt x="356787" y="826347"/>
                  <a:pt x="351694" y="814858"/>
                </a:cubicBezTo>
                <a:cubicBezTo>
                  <a:pt x="335349" y="777962"/>
                  <a:pt x="319062" y="741066"/>
                  <a:pt x="302776" y="704111"/>
                </a:cubicBezTo>
                <a:cubicBezTo>
                  <a:pt x="253207" y="591529"/>
                  <a:pt x="203578" y="479005"/>
                  <a:pt x="154127" y="366364"/>
                </a:cubicBezTo>
                <a:cubicBezTo>
                  <a:pt x="106156" y="257394"/>
                  <a:pt x="58423" y="148305"/>
                  <a:pt x="10630" y="39276"/>
                </a:cubicBezTo>
                <a:close/>
              </a:path>
            </a:pathLst>
          </a:custGeom>
          <a:solidFill>
            <a:srgbClr val="212F99"/>
          </a:solidFill>
          <a:ln w="5921">
            <a:noFill/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86" name="자유형: 도형 85">
            <a:extLst>
              <a:ext uri="{FF2B5EF4-FFF2-40B4-BE49-F238E27FC236}">
                <a16:creationId xmlns:a16="http://schemas.microsoft.com/office/drawing/2014/main" id="{3306A52C-FC60-4D4E-9864-DF2165325C03}"/>
              </a:ext>
            </a:extLst>
          </p:cNvPr>
          <p:cNvSpPr>
            <a:spLocks noGrp="1"/>
          </p:cNvSpPr>
          <p:nvPr/>
        </p:nvSpPr>
        <p:spPr>
          <a:xfrm>
            <a:off x="2826324" y="4662069"/>
            <a:ext cx="1334812" cy="582621"/>
          </a:xfrm>
          <a:custGeom>
            <a:avLst/>
            <a:gdLst>
              <a:gd name="connsiteX0" fmla="*/ 177195 w 2323335"/>
              <a:gd name="connsiteY0" fmla="*/ 68284 h 1014093"/>
              <a:gd name="connsiteX1" fmla="*/ 0 w 2323335"/>
              <a:gd name="connsiteY1" fmla="*/ 648667 h 1014093"/>
              <a:gd name="connsiteX2" fmla="*/ 177195 w 2323335"/>
              <a:gd name="connsiteY2" fmla="*/ 68284 h 1014093"/>
              <a:gd name="connsiteX3" fmla="*/ 703389 w 2323335"/>
              <a:gd name="connsiteY3" fmla="*/ 62243 h 1014093"/>
              <a:gd name="connsiteX4" fmla="*/ 630545 w 2323335"/>
              <a:gd name="connsiteY4" fmla="*/ 641619 h 1014093"/>
              <a:gd name="connsiteX5" fmla="*/ 576652 w 2323335"/>
              <a:gd name="connsiteY5" fmla="*/ 617990 h 1014093"/>
              <a:gd name="connsiteX6" fmla="*/ 677271 w 2323335"/>
              <a:gd name="connsiteY6" fmla="*/ 274201 h 1014093"/>
              <a:gd name="connsiteX7" fmla="*/ 703389 w 2323335"/>
              <a:gd name="connsiteY7" fmla="*/ 62243 h 1014093"/>
              <a:gd name="connsiteX8" fmla="*/ 2308385 w 2323335"/>
              <a:gd name="connsiteY8" fmla="*/ 60052 h 1014093"/>
              <a:gd name="connsiteX9" fmla="*/ 2322777 w 2323335"/>
              <a:gd name="connsiteY9" fmla="*/ 90196 h 1014093"/>
              <a:gd name="connsiteX10" fmla="*/ 2246379 w 2323335"/>
              <a:gd name="connsiteY10" fmla="*/ 615562 h 1014093"/>
              <a:gd name="connsiteX11" fmla="*/ 2139127 w 2323335"/>
              <a:gd name="connsiteY11" fmla="*/ 902556 h 1014093"/>
              <a:gd name="connsiteX12" fmla="*/ 2104185 w 2323335"/>
              <a:gd name="connsiteY12" fmla="*/ 914518 h 1014093"/>
              <a:gd name="connsiteX13" fmla="*/ 2308385 w 2323335"/>
              <a:gd name="connsiteY13" fmla="*/ 60052 h 1014093"/>
              <a:gd name="connsiteX14" fmla="*/ 851386 w 2323335"/>
              <a:gd name="connsiteY14" fmla="*/ 0 h 1014093"/>
              <a:gd name="connsiteX15" fmla="*/ 883722 w 2323335"/>
              <a:gd name="connsiteY15" fmla="*/ 2310 h 1014093"/>
              <a:gd name="connsiteX16" fmla="*/ 869331 w 2323335"/>
              <a:gd name="connsiteY16" fmla="*/ 216341 h 1014093"/>
              <a:gd name="connsiteX17" fmla="*/ 1070689 w 2323335"/>
              <a:gd name="connsiteY17" fmla="*/ 738804 h 1014093"/>
              <a:gd name="connsiteX18" fmla="*/ 1178356 w 2323335"/>
              <a:gd name="connsiteY18" fmla="*/ 994232 h 1014093"/>
              <a:gd name="connsiteX19" fmla="*/ 1180132 w 2323335"/>
              <a:gd name="connsiteY19" fmla="*/ 1014072 h 1014093"/>
              <a:gd name="connsiteX20" fmla="*/ 1152653 w 2323335"/>
              <a:gd name="connsiteY20" fmla="*/ 987422 h 1014093"/>
              <a:gd name="connsiteX21" fmla="*/ 829060 w 2323335"/>
              <a:gd name="connsiteY21" fmla="*/ 282493 h 1014093"/>
              <a:gd name="connsiteX22" fmla="*/ 790269 w 2323335"/>
              <a:gd name="connsiteY22" fmla="*/ 116491 h 1014093"/>
              <a:gd name="connsiteX23" fmla="*/ 798441 w 2323335"/>
              <a:gd name="connsiteY23" fmla="*/ 43766 h 1014093"/>
              <a:gd name="connsiteX24" fmla="*/ 841970 w 2323335"/>
              <a:gd name="connsiteY24" fmla="*/ 3850 h 1014093"/>
              <a:gd name="connsiteX25" fmla="*/ 851386 w 2323335"/>
              <a:gd name="connsiteY25" fmla="*/ 0 h 1014093"/>
            </a:gdLst>
            <a:ahLst/>
            <a:cxnLst/>
            <a:rect l="l" t="t" r="r" b="b"/>
            <a:pathLst>
              <a:path w="2323335" h="1014093">
                <a:moveTo>
                  <a:pt x="177195" y="68284"/>
                </a:moveTo>
                <a:cubicBezTo>
                  <a:pt x="188802" y="283263"/>
                  <a:pt x="129046" y="476507"/>
                  <a:pt x="0" y="648667"/>
                </a:cubicBezTo>
                <a:cubicBezTo>
                  <a:pt x="76753" y="460635"/>
                  <a:pt x="136686" y="267450"/>
                  <a:pt x="177195" y="68284"/>
                </a:cubicBezTo>
                <a:close/>
                <a:moveTo>
                  <a:pt x="703389" y="62243"/>
                </a:moveTo>
                <a:cubicBezTo>
                  <a:pt x="720800" y="260639"/>
                  <a:pt x="718609" y="456607"/>
                  <a:pt x="630545" y="641619"/>
                </a:cubicBezTo>
                <a:cubicBezTo>
                  <a:pt x="618759" y="619707"/>
                  <a:pt x="599630" y="614496"/>
                  <a:pt x="576652" y="617990"/>
                </a:cubicBezTo>
                <a:cubicBezTo>
                  <a:pt x="627228" y="508368"/>
                  <a:pt x="656662" y="392647"/>
                  <a:pt x="677271" y="274201"/>
                </a:cubicBezTo>
                <a:cubicBezTo>
                  <a:pt x="689471" y="203963"/>
                  <a:pt x="693854" y="132777"/>
                  <a:pt x="703389" y="62243"/>
                </a:cubicBezTo>
                <a:close/>
                <a:moveTo>
                  <a:pt x="2308385" y="60052"/>
                </a:moveTo>
                <a:cubicBezTo>
                  <a:pt x="2327573" y="70712"/>
                  <a:pt x="2322836" y="81668"/>
                  <a:pt x="2322777" y="90196"/>
                </a:cubicBezTo>
                <a:cubicBezTo>
                  <a:pt x="2321532" y="268812"/>
                  <a:pt x="2295238" y="443697"/>
                  <a:pt x="2246379" y="615562"/>
                </a:cubicBezTo>
                <a:cubicBezTo>
                  <a:pt x="2218367" y="714286"/>
                  <a:pt x="2177147" y="807740"/>
                  <a:pt x="2139127" y="902556"/>
                </a:cubicBezTo>
                <a:cubicBezTo>
                  <a:pt x="2127993" y="908004"/>
                  <a:pt x="2117451" y="915348"/>
                  <a:pt x="2104185" y="914518"/>
                </a:cubicBezTo>
                <a:cubicBezTo>
                  <a:pt x="2192723" y="635934"/>
                  <a:pt x="2241641" y="347460"/>
                  <a:pt x="2308385" y="60052"/>
                </a:cubicBezTo>
                <a:close/>
                <a:moveTo>
                  <a:pt x="851386" y="0"/>
                </a:moveTo>
                <a:cubicBezTo>
                  <a:pt x="861869" y="4797"/>
                  <a:pt x="872944" y="1658"/>
                  <a:pt x="883722" y="2310"/>
                </a:cubicBezTo>
                <a:cubicBezTo>
                  <a:pt x="834686" y="70712"/>
                  <a:pt x="846530" y="142075"/>
                  <a:pt x="869331" y="216341"/>
                </a:cubicBezTo>
                <a:cubicBezTo>
                  <a:pt x="924231" y="395312"/>
                  <a:pt x="986947" y="570789"/>
                  <a:pt x="1070689" y="738804"/>
                </a:cubicBezTo>
                <a:cubicBezTo>
                  <a:pt x="1111789" y="821361"/>
                  <a:pt x="1143059" y="908833"/>
                  <a:pt x="1178356" y="994232"/>
                </a:cubicBezTo>
                <a:cubicBezTo>
                  <a:pt x="1180725" y="999977"/>
                  <a:pt x="1184752" y="1006669"/>
                  <a:pt x="1180132" y="1014072"/>
                </a:cubicBezTo>
                <a:cubicBezTo>
                  <a:pt x="1161714" y="1014783"/>
                  <a:pt x="1158220" y="997963"/>
                  <a:pt x="1152653" y="987422"/>
                </a:cubicBezTo>
                <a:cubicBezTo>
                  <a:pt x="1031602" y="758526"/>
                  <a:pt x="912623" y="528564"/>
                  <a:pt x="829060" y="282493"/>
                </a:cubicBezTo>
                <a:cubicBezTo>
                  <a:pt x="810700" y="228482"/>
                  <a:pt x="798441" y="172871"/>
                  <a:pt x="790269" y="116491"/>
                </a:cubicBezTo>
                <a:cubicBezTo>
                  <a:pt x="786715" y="91795"/>
                  <a:pt x="791275" y="67632"/>
                  <a:pt x="798441" y="43766"/>
                </a:cubicBezTo>
                <a:cubicBezTo>
                  <a:pt x="805133" y="21498"/>
                  <a:pt x="821953" y="11134"/>
                  <a:pt x="841970" y="3850"/>
                </a:cubicBezTo>
                <a:cubicBezTo>
                  <a:pt x="845109" y="2547"/>
                  <a:pt x="848248" y="1303"/>
                  <a:pt x="851386" y="0"/>
                </a:cubicBezTo>
                <a:close/>
              </a:path>
            </a:pathLst>
          </a:custGeom>
          <a:solidFill>
            <a:srgbClr val="212F99"/>
          </a:solidFill>
          <a:ln w="5921">
            <a:noFill/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87" name="자유형: 도형 86">
            <a:extLst>
              <a:ext uri="{FF2B5EF4-FFF2-40B4-BE49-F238E27FC236}">
                <a16:creationId xmlns:a16="http://schemas.microsoft.com/office/drawing/2014/main" id="{59A61F4C-203C-4CE2-805A-E324863B83D3}"/>
              </a:ext>
            </a:extLst>
          </p:cNvPr>
          <p:cNvSpPr>
            <a:spLocks noGrp="1"/>
          </p:cNvSpPr>
          <p:nvPr/>
        </p:nvSpPr>
        <p:spPr>
          <a:xfrm>
            <a:off x="2208295" y="2014505"/>
            <a:ext cx="2381017" cy="2652621"/>
          </a:xfrm>
          <a:custGeom>
            <a:avLst/>
            <a:gdLst>
              <a:gd name="connsiteX0" fmla="*/ 4113438 w 4144327"/>
              <a:gd name="connsiteY0" fmla="*/ 1843337 h 4617073"/>
              <a:gd name="connsiteX1" fmla="*/ 4046635 w 4144327"/>
              <a:gd name="connsiteY1" fmla="*/ 1551072 h 4617073"/>
              <a:gd name="connsiteX2" fmla="*/ 3703202 w 4144327"/>
              <a:gd name="connsiteY2" fmla="*/ 1060944 h 4617073"/>
              <a:gd name="connsiteX3" fmla="*/ 3297466 w 4144327"/>
              <a:gd name="connsiteY3" fmla="*/ 717215 h 4617073"/>
              <a:gd name="connsiteX4" fmla="*/ 3363144 w 4144327"/>
              <a:gd name="connsiteY4" fmla="*/ 333215 h 4617073"/>
              <a:gd name="connsiteX5" fmla="*/ 3362671 w 4144327"/>
              <a:gd name="connsiteY5" fmla="*/ 447159 h 4617073"/>
              <a:gd name="connsiteX6" fmla="*/ 3327788 w 4144327"/>
              <a:gd name="connsiteY6" fmla="*/ 620031 h 4617073"/>
              <a:gd name="connsiteX7" fmla="*/ 3270934 w 4144327"/>
              <a:gd name="connsiteY7" fmla="*/ 689203 h 4617073"/>
              <a:gd name="connsiteX8" fmla="*/ 3177244 w 4144327"/>
              <a:gd name="connsiteY8" fmla="*/ 684228 h 4617073"/>
              <a:gd name="connsiteX9" fmla="*/ 3169486 w 4144327"/>
              <a:gd name="connsiteY9" fmla="*/ 630276 h 4617073"/>
              <a:gd name="connsiteX10" fmla="*/ 3126371 w 4144327"/>
              <a:gd name="connsiteY10" fmla="*/ 312960 h 4617073"/>
              <a:gd name="connsiteX11" fmla="*/ 2692742 w 4144327"/>
              <a:gd name="connsiteY11" fmla="*/ 86 h 4617073"/>
              <a:gd name="connsiteX12" fmla="*/ 2874320 w 4144327"/>
              <a:gd name="connsiteY12" fmla="*/ 124513 h 4617073"/>
              <a:gd name="connsiteX13" fmla="*/ 3081303 w 4144327"/>
              <a:gd name="connsiteY13" fmla="*/ 385212 h 4617073"/>
              <a:gd name="connsiteX14" fmla="*/ 3081007 w 4144327"/>
              <a:gd name="connsiteY14" fmla="*/ 630513 h 4617073"/>
              <a:gd name="connsiteX15" fmla="*/ 2788505 w 4144327"/>
              <a:gd name="connsiteY15" fmla="*/ 380830 h 4617073"/>
              <a:gd name="connsiteX16" fmla="*/ 1909580 w 4144327"/>
              <a:gd name="connsiteY16" fmla="*/ 207721 h 4617073"/>
              <a:gd name="connsiteX17" fmla="*/ 1712427 w 4144327"/>
              <a:gd name="connsiteY17" fmla="*/ 222468 h 4617073"/>
              <a:gd name="connsiteX18" fmla="*/ 1473404 w 4144327"/>
              <a:gd name="connsiteY18" fmla="*/ 344645 h 4617073"/>
              <a:gd name="connsiteX19" fmla="*/ 1489749 w 4144327"/>
              <a:gd name="connsiteY19" fmla="*/ 343401 h 4617073"/>
              <a:gd name="connsiteX20" fmla="*/ 1962347 w 4144327"/>
              <a:gd name="connsiteY20" fmla="*/ 238458 h 4617073"/>
              <a:gd name="connsiteX21" fmla="*/ 2309334 w 4144327"/>
              <a:gd name="connsiteY21" fmla="*/ 264694 h 4617073"/>
              <a:gd name="connsiteX22" fmla="*/ 2414099 w 4144327"/>
              <a:gd name="connsiteY22" fmla="*/ 319889 h 4617073"/>
              <a:gd name="connsiteX23" fmla="*/ 2403143 w 4144327"/>
              <a:gd name="connsiteY23" fmla="*/ 319830 h 4617073"/>
              <a:gd name="connsiteX24" fmla="*/ 2043068 w 4144327"/>
              <a:gd name="connsiteY24" fmla="*/ 321962 h 4617073"/>
              <a:gd name="connsiteX25" fmla="*/ 1789772 w 4144327"/>
              <a:gd name="connsiteY25" fmla="*/ 364188 h 4617073"/>
              <a:gd name="connsiteX26" fmla="*/ 1356380 w 4144327"/>
              <a:gd name="connsiteY26" fmla="*/ 463919 h 4617073"/>
              <a:gd name="connsiteX27" fmla="*/ 1188898 w 4144327"/>
              <a:gd name="connsiteY27" fmla="*/ 528235 h 4617073"/>
              <a:gd name="connsiteX28" fmla="*/ 817807 w 4144327"/>
              <a:gd name="connsiteY28" fmla="*/ 440585 h 4617073"/>
              <a:gd name="connsiteX29" fmla="*/ 784347 w 4144327"/>
              <a:gd name="connsiteY29" fmla="*/ 411981 h 4617073"/>
              <a:gd name="connsiteX30" fmla="*/ 875609 w 4144327"/>
              <a:gd name="connsiteY30" fmla="*/ 556781 h 4617073"/>
              <a:gd name="connsiteX31" fmla="*/ 1033556 w 4144327"/>
              <a:gd name="connsiteY31" fmla="*/ 603152 h 4617073"/>
              <a:gd name="connsiteX32" fmla="*/ 1000214 w 4144327"/>
              <a:gd name="connsiteY32" fmla="*/ 642891 h 4617073"/>
              <a:gd name="connsiteX33" fmla="*/ 497827 w 4144327"/>
              <a:gd name="connsiteY33" fmla="*/ 927456 h 4617073"/>
              <a:gd name="connsiteX34" fmla="*/ 247255 w 4144327"/>
              <a:gd name="connsiteY34" fmla="*/ 1167901 h 4617073"/>
              <a:gd name="connsiteX35" fmla="*/ 166712 w 4144327"/>
              <a:gd name="connsiteY35" fmla="*/ 1401357 h 4617073"/>
              <a:gd name="connsiteX36" fmla="*/ 392588 w 4144327"/>
              <a:gd name="connsiteY36" fmla="*/ 1087535 h 4617073"/>
              <a:gd name="connsiteX37" fmla="*/ 372689 w 4144327"/>
              <a:gd name="connsiteY37" fmla="*/ 1108796 h 4617073"/>
              <a:gd name="connsiteX38" fmla="*/ 265081 w 4144327"/>
              <a:gd name="connsiteY38" fmla="*/ 1324249 h 4617073"/>
              <a:gd name="connsiteX39" fmla="*/ 221197 w 4144327"/>
              <a:gd name="connsiteY39" fmla="*/ 1619297 h 4617073"/>
              <a:gd name="connsiteX40" fmla="*/ 109740 w 4144327"/>
              <a:gd name="connsiteY40" fmla="*/ 1746034 h 4617073"/>
              <a:gd name="connsiteX41" fmla="*/ 0 w 4144327"/>
              <a:gd name="connsiteY41" fmla="*/ 1758411 h 4617073"/>
              <a:gd name="connsiteX42" fmla="*/ 126855 w 4144327"/>
              <a:gd name="connsiteY42" fmla="*/ 1797617 h 4617073"/>
              <a:gd name="connsiteX43" fmla="*/ 237128 w 4144327"/>
              <a:gd name="connsiteY43" fmla="*/ 1747870 h 4617073"/>
              <a:gd name="connsiteX44" fmla="*/ 383823 w 4144327"/>
              <a:gd name="connsiteY44" fmla="*/ 2452206 h 4617073"/>
              <a:gd name="connsiteX45" fmla="*/ 438900 w 4144327"/>
              <a:gd name="connsiteY45" fmla="*/ 1968593 h 4617073"/>
              <a:gd name="connsiteX46" fmla="*/ 425634 w 4144327"/>
              <a:gd name="connsiteY46" fmla="*/ 2176583 h 4617073"/>
              <a:gd name="connsiteX47" fmla="*/ 532413 w 4144327"/>
              <a:gd name="connsiteY47" fmla="*/ 2479212 h 4617073"/>
              <a:gd name="connsiteX48" fmla="*/ 532413 w 4144327"/>
              <a:gd name="connsiteY48" fmla="*/ 2479212 h 4617073"/>
              <a:gd name="connsiteX49" fmla="*/ 526728 w 4144327"/>
              <a:gd name="connsiteY49" fmla="*/ 2573258 h 4617073"/>
              <a:gd name="connsiteX50" fmla="*/ 337985 w 4144327"/>
              <a:gd name="connsiteY50" fmla="*/ 2976328 h 4617073"/>
              <a:gd name="connsiteX51" fmla="*/ 669277 w 4144327"/>
              <a:gd name="connsiteY51" fmla="*/ 3279194 h 4617073"/>
              <a:gd name="connsiteX52" fmla="*/ 669277 w 4144327"/>
              <a:gd name="connsiteY52" fmla="*/ 3279194 h 4617073"/>
              <a:gd name="connsiteX53" fmla="*/ 715411 w 4144327"/>
              <a:gd name="connsiteY53" fmla="*/ 3392487 h 4617073"/>
              <a:gd name="connsiteX54" fmla="*/ 686451 w 4144327"/>
              <a:gd name="connsiteY54" fmla="*/ 3402318 h 4617073"/>
              <a:gd name="connsiteX55" fmla="*/ 604073 w 4144327"/>
              <a:gd name="connsiteY55" fmla="*/ 3509393 h 4617073"/>
              <a:gd name="connsiteX56" fmla="*/ 666967 w 4144327"/>
              <a:gd name="connsiteY56" fmla="*/ 3810067 h 4617073"/>
              <a:gd name="connsiteX57" fmla="*/ 862284 w 4144327"/>
              <a:gd name="connsiteY57" fmla="*/ 4173043 h 4617073"/>
              <a:gd name="connsiteX58" fmla="*/ 860744 w 4144327"/>
              <a:gd name="connsiteY58" fmla="*/ 4299484 h 4617073"/>
              <a:gd name="connsiteX59" fmla="*/ 829415 w 4144327"/>
              <a:gd name="connsiteY59" fmla="*/ 4345856 h 4617073"/>
              <a:gd name="connsiteX60" fmla="*/ 887750 w 4144327"/>
              <a:gd name="connsiteY60" fmla="*/ 4354384 h 4617073"/>
              <a:gd name="connsiteX61" fmla="*/ 1230709 w 4144327"/>
              <a:gd name="connsiteY61" fmla="*/ 4442625 h 4617073"/>
              <a:gd name="connsiteX62" fmla="*/ 1248535 w 4144327"/>
              <a:gd name="connsiteY62" fmla="*/ 4423793 h 4617073"/>
              <a:gd name="connsiteX63" fmla="*/ 1334526 w 4144327"/>
              <a:gd name="connsiteY63" fmla="*/ 4341414 h 4617073"/>
              <a:gd name="connsiteX64" fmla="*/ 1482110 w 4144327"/>
              <a:gd name="connsiteY64" fmla="*/ 4174346 h 4617073"/>
              <a:gd name="connsiteX65" fmla="*/ 1489157 w 4144327"/>
              <a:gd name="connsiteY65" fmla="*/ 4147933 h 4617073"/>
              <a:gd name="connsiteX66" fmla="*/ 1489572 w 4144327"/>
              <a:gd name="connsiteY66" fmla="*/ 4148051 h 4617073"/>
              <a:gd name="connsiteX67" fmla="*/ 1700050 w 4144327"/>
              <a:gd name="connsiteY67" fmla="*/ 4171918 h 4617073"/>
              <a:gd name="connsiteX68" fmla="*/ 1960038 w 4144327"/>
              <a:gd name="connsiteY68" fmla="*/ 4155276 h 4617073"/>
              <a:gd name="connsiteX69" fmla="*/ 1948845 w 4144327"/>
              <a:gd name="connsiteY69" fmla="*/ 4175886 h 4617073"/>
              <a:gd name="connsiteX70" fmla="*/ 1917634 w 4144327"/>
              <a:gd name="connsiteY70" fmla="*/ 4612299 h 4617073"/>
              <a:gd name="connsiteX71" fmla="*/ 1926695 w 4144327"/>
              <a:gd name="connsiteY71" fmla="*/ 4607561 h 4617073"/>
              <a:gd name="connsiteX72" fmla="*/ 1927051 w 4144327"/>
              <a:gd name="connsiteY72" fmla="*/ 4608390 h 4617073"/>
              <a:gd name="connsiteX73" fmla="*/ 1959386 w 4144327"/>
              <a:gd name="connsiteY73" fmla="*/ 4610700 h 4617073"/>
              <a:gd name="connsiteX74" fmla="*/ 2247031 w 4144327"/>
              <a:gd name="connsiteY74" fmla="*/ 4545377 h 4617073"/>
              <a:gd name="connsiteX75" fmla="*/ 2450343 w 4144327"/>
              <a:gd name="connsiteY75" fmla="*/ 4497584 h 4617073"/>
              <a:gd name="connsiteX76" fmla="*/ 2442467 w 4144327"/>
              <a:gd name="connsiteY76" fmla="*/ 4465604 h 4617073"/>
              <a:gd name="connsiteX77" fmla="*/ 2450758 w 4144327"/>
              <a:gd name="connsiteY77" fmla="*/ 4462584 h 4617073"/>
              <a:gd name="connsiteX78" fmla="*/ 2440631 w 4144327"/>
              <a:gd name="connsiteY78" fmla="*/ 4444639 h 4617073"/>
              <a:gd name="connsiteX79" fmla="*/ 2478830 w 4144327"/>
              <a:gd name="connsiteY79" fmla="*/ 4348994 h 4617073"/>
              <a:gd name="connsiteX80" fmla="*/ 2569914 w 4144327"/>
              <a:gd name="connsiteY80" fmla="*/ 4307893 h 4617073"/>
              <a:gd name="connsiteX81" fmla="*/ 2919743 w 4144327"/>
              <a:gd name="connsiteY81" fmla="*/ 3920576 h 4617073"/>
              <a:gd name="connsiteX82" fmla="*/ 2938872 w 4144327"/>
              <a:gd name="connsiteY82" fmla="*/ 3796860 h 4617073"/>
              <a:gd name="connsiteX83" fmla="*/ 2951131 w 4144327"/>
              <a:gd name="connsiteY83" fmla="*/ 3717146 h 4617073"/>
              <a:gd name="connsiteX84" fmla="*/ 2961318 w 4144327"/>
              <a:gd name="connsiteY84" fmla="*/ 3639090 h 4617073"/>
              <a:gd name="connsiteX85" fmla="*/ 2971563 w 4144327"/>
              <a:gd name="connsiteY85" fmla="*/ 3487362 h 4617073"/>
              <a:gd name="connsiteX86" fmla="*/ 2971563 w 4144327"/>
              <a:gd name="connsiteY86" fmla="*/ 3487362 h 4617073"/>
              <a:gd name="connsiteX87" fmla="*/ 2985362 w 4144327"/>
              <a:gd name="connsiteY87" fmla="*/ 3461777 h 4617073"/>
              <a:gd name="connsiteX88" fmla="*/ 3043697 w 4144327"/>
              <a:gd name="connsiteY88" fmla="*/ 3349373 h 4617073"/>
              <a:gd name="connsiteX89" fmla="*/ 3202236 w 4144327"/>
              <a:gd name="connsiteY89" fmla="*/ 3283694 h 4617073"/>
              <a:gd name="connsiteX90" fmla="*/ 3467495 w 4144327"/>
              <a:gd name="connsiteY90" fmla="*/ 3246325 h 4617073"/>
              <a:gd name="connsiteX91" fmla="*/ 3654106 w 4144327"/>
              <a:gd name="connsiteY91" fmla="*/ 2988765 h 4617073"/>
              <a:gd name="connsiteX92" fmla="*/ 3654106 w 4144327"/>
              <a:gd name="connsiteY92" fmla="*/ 2988765 h 4617073"/>
              <a:gd name="connsiteX93" fmla="*/ 3718896 w 4144327"/>
              <a:gd name="connsiteY93" fmla="*/ 2957318 h 4617073"/>
              <a:gd name="connsiteX94" fmla="*/ 3771249 w 4144327"/>
              <a:gd name="connsiteY94" fmla="*/ 2886132 h 4617073"/>
              <a:gd name="connsiteX95" fmla="*/ 3865827 w 4144327"/>
              <a:gd name="connsiteY95" fmla="*/ 2673877 h 4617073"/>
              <a:gd name="connsiteX96" fmla="*/ 3902605 w 4144327"/>
              <a:gd name="connsiteY96" fmla="*/ 2571363 h 4617073"/>
              <a:gd name="connsiteX97" fmla="*/ 3940389 w 4144327"/>
              <a:gd name="connsiteY97" fmla="*/ 2465768 h 4617073"/>
              <a:gd name="connsiteX98" fmla="*/ 3906395 w 4144327"/>
              <a:gd name="connsiteY98" fmla="*/ 2758092 h 4617073"/>
              <a:gd name="connsiteX99" fmla="*/ 3915220 w 4144327"/>
              <a:gd name="connsiteY99" fmla="*/ 2758566 h 4617073"/>
              <a:gd name="connsiteX100" fmla="*/ 4103074 w 4144327"/>
              <a:gd name="connsiteY100" fmla="*/ 2576870 h 4617073"/>
              <a:gd name="connsiteX101" fmla="*/ 4143879 w 4144327"/>
              <a:gd name="connsiteY101" fmla="*/ 2306400 h 4617073"/>
              <a:gd name="connsiteX102" fmla="*/ 4113438 w 4144327"/>
              <a:gd name="connsiteY102" fmla="*/ 1843337 h 4617073"/>
              <a:gd name="connsiteX103" fmla="*/ 262712 w 4144327"/>
              <a:gd name="connsiteY103" fmla="*/ 1656015 h 4617073"/>
              <a:gd name="connsiteX104" fmla="*/ 275327 w 4144327"/>
              <a:gd name="connsiteY104" fmla="*/ 1491790 h 4617073"/>
              <a:gd name="connsiteX105" fmla="*/ 484087 w 4144327"/>
              <a:gd name="connsiteY105" fmla="*/ 1170329 h 4617073"/>
              <a:gd name="connsiteX106" fmla="*/ 602592 w 4144327"/>
              <a:gd name="connsiteY106" fmla="*/ 1070361 h 4617073"/>
              <a:gd name="connsiteX107" fmla="*/ 262712 w 4144327"/>
              <a:gd name="connsiteY107" fmla="*/ 1656015 h 4617073"/>
            </a:gdLst>
            <a:ahLst/>
            <a:cxnLst/>
            <a:rect l="l" t="t" r="r" b="b"/>
            <a:pathLst>
              <a:path w="4144327" h="4617073">
                <a:moveTo>
                  <a:pt x="4113438" y="1843337"/>
                </a:moveTo>
                <a:cubicBezTo>
                  <a:pt x="4102778" y="1743250"/>
                  <a:pt x="4085011" y="1645000"/>
                  <a:pt x="4046635" y="1551072"/>
                </a:cubicBezTo>
                <a:cubicBezTo>
                  <a:pt x="3969290" y="1361500"/>
                  <a:pt x="3845514" y="1204737"/>
                  <a:pt x="3703202" y="1060944"/>
                </a:cubicBezTo>
                <a:cubicBezTo>
                  <a:pt x="3578123" y="934504"/>
                  <a:pt x="3440489" y="822869"/>
                  <a:pt x="3297466" y="717215"/>
                </a:cubicBezTo>
                <a:cubicBezTo>
                  <a:pt x="3462698" y="596223"/>
                  <a:pt x="3425032" y="441652"/>
                  <a:pt x="3363144" y="333215"/>
                </a:cubicBezTo>
                <a:cubicBezTo>
                  <a:pt x="3363144" y="376566"/>
                  <a:pt x="3365158" y="412040"/>
                  <a:pt x="3362671" y="447159"/>
                </a:cubicBezTo>
                <a:cubicBezTo>
                  <a:pt x="3358585" y="506145"/>
                  <a:pt x="3350945" y="564776"/>
                  <a:pt x="3327788" y="620031"/>
                </a:cubicBezTo>
                <a:cubicBezTo>
                  <a:pt x="3315825" y="648635"/>
                  <a:pt x="3300131" y="675049"/>
                  <a:pt x="3270934" y="689203"/>
                </a:cubicBezTo>
                <a:cubicBezTo>
                  <a:pt x="3239191" y="704601"/>
                  <a:pt x="3206381" y="700574"/>
                  <a:pt x="3177244" y="684228"/>
                </a:cubicBezTo>
                <a:cubicBezTo>
                  <a:pt x="3155924" y="672265"/>
                  <a:pt x="3169308" y="648221"/>
                  <a:pt x="3169486" y="630276"/>
                </a:cubicBezTo>
                <a:cubicBezTo>
                  <a:pt x="3170552" y="522313"/>
                  <a:pt x="3163031" y="415712"/>
                  <a:pt x="3126371" y="312960"/>
                </a:cubicBezTo>
                <a:cubicBezTo>
                  <a:pt x="3062352" y="133456"/>
                  <a:pt x="2873372" y="-3941"/>
                  <a:pt x="2692742" y="86"/>
                </a:cubicBezTo>
                <a:cubicBezTo>
                  <a:pt x="2757236" y="38877"/>
                  <a:pt x="2818117" y="78438"/>
                  <a:pt x="2874320" y="124513"/>
                </a:cubicBezTo>
                <a:cubicBezTo>
                  <a:pt x="2962087" y="196410"/>
                  <a:pt x="3039906" y="276420"/>
                  <a:pt x="3081303" y="385212"/>
                </a:cubicBezTo>
                <a:cubicBezTo>
                  <a:pt x="3112276" y="466644"/>
                  <a:pt x="3112099" y="569750"/>
                  <a:pt x="3081007" y="630513"/>
                </a:cubicBezTo>
                <a:cubicBezTo>
                  <a:pt x="2980269" y="497795"/>
                  <a:pt x="2923415" y="448107"/>
                  <a:pt x="2788505" y="380830"/>
                </a:cubicBezTo>
                <a:cubicBezTo>
                  <a:pt x="2511521" y="242544"/>
                  <a:pt x="2217124" y="189777"/>
                  <a:pt x="1909580" y="207721"/>
                </a:cubicBezTo>
                <a:cubicBezTo>
                  <a:pt x="1843902" y="211571"/>
                  <a:pt x="1777572" y="205708"/>
                  <a:pt x="1712427" y="222468"/>
                </a:cubicBezTo>
                <a:cubicBezTo>
                  <a:pt x="1623593" y="245269"/>
                  <a:pt x="1545656" y="287198"/>
                  <a:pt x="1473404" y="344645"/>
                </a:cubicBezTo>
                <a:cubicBezTo>
                  <a:pt x="1481221" y="348612"/>
                  <a:pt x="1485189" y="344941"/>
                  <a:pt x="1489749" y="343401"/>
                </a:cubicBezTo>
                <a:cubicBezTo>
                  <a:pt x="1643729" y="292588"/>
                  <a:pt x="1796761" y="237688"/>
                  <a:pt x="1962347" y="238458"/>
                </a:cubicBezTo>
                <a:cubicBezTo>
                  <a:pt x="2078661" y="238991"/>
                  <a:pt x="2195211" y="236563"/>
                  <a:pt x="2309334" y="264694"/>
                </a:cubicBezTo>
                <a:cubicBezTo>
                  <a:pt x="2347236" y="274051"/>
                  <a:pt x="2384369" y="286310"/>
                  <a:pt x="2414099" y="319889"/>
                </a:cubicBezTo>
                <a:cubicBezTo>
                  <a:pt x="2407999" y="319889"/>
                  <a:pt x="2405512" y="320126"/>
                  <a:pt x="2403143" y="319830"/>
                </a:cubicBezTo>
                <a:cubicBezTo>
                  <a:pt x="2283039" y="306801"/>
                  <a:pt x="2163172" y="308282"/>
                  <a:pt x="2043068" y="321962"/>
                </a:cubicBezTo>
                <a:cubicBezTo>
                  <a:pt x="1957787" y="331675"/>
                  <a:pt x="1874342" y="351041"/>
                  <a:pt x="1789772" y="364188"/>
                </a:cubicBezTo>
                <a:cubicBezTo>
                  <a:pt x="1642781" y="387048"/>
                  <a:pt x="1497626" y="416186"/>
                  <a:pt x="1356380" y="463919"/>
                </a:cubicBezTo>
                <a:cubicBezTo>
                  <a:pt x="1299526" y="483167"/>
                  <a:pt x="1246699" y="515384"/>
                  <a:pt x="1188898" y="528235"/>
                </a:cubicBezTo>
                <a:cubicBezTo>
                  <a:pt x="1052804" y="558498"/>
                  <a:pt x="926896" y="531611"/>
                  <a:pt x="817807" y="440585"/>
                </a:cubicBezTo>
                <a:cubicBezTo>
                  <a:pt x="808509" y="432827"/>
                  <a:pt x="799389" y="424832"/>
                  <a:pt x="784347" y="411981"/>
                </a:cubicBezTo>
                <a:cubicBezTo>
                  <a:pt x="799034" y="476948"/>
                  <a:pt x="825980" y="523971"/>
                  <a:pt x="875609" y="556781"/>
                </a:cubicBezTo>
                <a:cubicBezTo>
                  <a:pt x="923461" y="588465"/>
                  <a:pt x="978479" y="596282"/>
                  <a:pt x="1033556" y="603152"/>
                </a:cubicBezTo>
                <a:cubicBezTo>
                  <a:pt x="1029233" y="624058"/>
                  <a:pt x="1017566" y="634718"/>
                  <a:pt x="1000214" y="642891"/>
                </a:cubicBezTo>
                <a:cubicBezTo>
                  <a:pt x="825684" y="725269"/>
                  <a:pt x="655063" y="814637"/>
                  <a:pt x="497827" y="927456"/>
                </a:cubicBezTo>
                <a:cubicBezTo>
                  <a:pt x="402893" y="995562"/>
                  <a:pt x="314355" y="1070598"/>
                  <a:pt x="247255" y="1167901"/>
                </a:cubicBezTo>
                <a:cubicBezTo>
                  <a:pt x="199936" y="1236481"/>
                  <a:pt x="170976" y="1311398"/>
                  <a:pt x="166712" y="1401357"/>
                </a:cubicBezTo>
                <a:cubicBezTo>
                  <a:pt x="203549" y="1259459"/>
                  <a:pt x="290251" y="1139237"/>
                  <a:pt x="392588" y="1087535"/>
                </a:cubicBezTo>
                <a:cubicBezTo>
                  <a:pt x="384178" y="1096478"/>
                  <a:pt x="378375" y="1102637"/>
                  <a:pt x="372689" y="1108796"/>
                </a:cubicBezTo>
                <a:cubicBezTo>
                  <a:pt x="316131" y="1170270"/>
                  <a:pt x="276689" y="1239856"/>
                  <a:pt x="265081" y="1324249"/>
                </a:cubicBezTo>
                <a:cubicBezTo>
                  <a:pt x="251460" y="1422736"/>
                  <a:pt x="234167" y="1520750"/>
                  <a:pt x="221197" y="1619297"/>
                </a:cubicBezTo>
                <a:cubicBezTo>
                  <a:pt x="212136" y="1687936"/>
                  <a:pt x="171154" y="1724891"/>
                  <a:pt x="109740" y="1746034"/>
                </a:cubicBezTo>
                <a:cubicBezTo>
                  <a:pt x="76160" y="1757582"/>
                  <a:pt x="41219" y="1757286"/>
                  <a:pt x="0" y="1758411"/>
                </a:cubicBezTo>
                <a:cubicBezTo>
                  <a:pt x="42403" y="1786957"/>
                  <a:pt x="82557" y="1800637"/>
                  <a:pt x="126855" y="1797617"/>
                </a:cubicBezTo>
                <a:cubicBezTo>
                  <a:pt x="168666" y="1794774"/>
                  <a:pt x="213084" y="1795189"/>
                  <a:pt x="237128" y="1747870"/>
                </a:cubicBezTo>
                <a:cubicBezTo>
                  <a:pt x="176365" y="2005193"/>
                  <a:pt x="217999" y="2239241"/>
                  <a:pt x="383823" y="2452206"/>
                </a:cubicBezTo>
                <a:cubicBezTo>
                  <a:pt x="308669" y="2183868"/>
                  <a:pt x="366707" y="2056006"/>
                  <a:pt x="438900" y="1968593"/>
                </a:cubicBezTo>
                <a:cubicBezTo>
                  <a:pt x="426641" y="2038831"/>
                  <a:pt x="423621" y="2107530"/>
                  <a:pt x="425634" y="2176583"/>
                </a:cubicBezTo>
                <a:cubicBezTo>
                  <a:pt x="428891" y="2288929"/>
                  <a:pt x="458681" y="2391799"/>
                  <a:pt x="532413" y="2479212"/>
                </a:cubicBezTo>
                <a:cubicBezTo>
                  <a:pt x="532413" y="2479212"/>
                  <a:pt x="532413" y="2479212"/>
                  <a:pt x="532413" y="2479212"/>
                </a:cubicBezTo>
                <a:cubicBezTo>
                  <a:pt x="520746" y="2509949"/>
                  <a:pt x="533005" y="2542166"/>
                  <a:pt x="526728" y="2573258"/>
                </a:cubicBezTo>
                <a:cubicBezTo>
                  <a:pt x="378611" y="2660967"/>
                  <a:pt x="305708" y="2816723"/>
                  <a:pt x="337985" y="2976328"/>
                </a:cubicBezTo>
                <a:cubicBezTo>
                  <a:pt x="368188" y="3125747"/>
                  <a:pt x="514113" y="3259117"/>
                  <a:pt x="669277" y="3279194"/>
                </a:cubicBezTo>
                <a:cubicBezTo>
                  <a:pt x="669277" y="3279194"/>
                  <a:pt x="669277" y="3279194"/>
                  <a:pt x="669277" y="3279194"/>
                </a:cubicBezTo>
                <a:cubicBezTo>
                  <a:pt x="684675" y="3317096"/>
                  <a:pt x="700132" y="3354999"/>
                  <a:pt x="715411" y="3392487"/>
                </a:cubicBezTo>
                <a:cubicBezTo>
                  <a:pt x="705758" y="3400008"/>
                  <a:pt x="693913" y="3394145"/>
                  <a:pt x="686451" y="3402318"/>
                </a:cubicBezTo>
                <a:cubicBezTo>
                  <a:pt x="634631" y="3413392"/>
                  <a:pt x="607211" y="3449518"/>
                  <a:pt x="604073" y="3509393"/>
                </a:cubicBezTo>
                <a:cubicBezTo>
                  <a:pt x="598565" y="3615224"/>
                  <a:pt x="630427" y="3713297"/>
                  <a:pt x="666967" y="3810067"/>
                </a:cubicBezTo>
                <a:cubicBezTo>
                  <a:pt x="715885" y="3939646"/>
                  <a:pt x="788433" y="4056789"/>
                  <a:pt x="862284" y="4173043"/>
                </a:cubicBezTo>
                <a:cubicBezTo>
                  <a:pt x="889941" y="4216631"/>
                  <a:pt x="889112" y="4257673"/>
                  <a:pt x="860744" y="4299484"/>
                </a:cubicBezTo>
                <a:cubicBezTo>
                  <a:pt x="850262" y="4314941"/>
                  <a:pt x="839839" y="4330398"/>
                  <a:pt x="829415" y="4345856"/>
                </a:cubicBezTo>
                <a:cubicBezTo>
                  <a:pt x="848899" y="4348639"/>
                  <a:pt x="868621" y="4350119"/>
                  <a:pt x="887750" y="4354384"/>
                </a:cubicBezTo>
                <a:cubicBezTo>
                  <a:pt x="1003057" y="4379909"/>
                  <a:pt x="1117534" y="4408750"/>
                  <a:pt x="1230709" y="4442625"/>
                </a:cubicBezTo>
                <a:cubicBezTo>
                  <a:pt x="1239355" y="4438895"/>
                  <a:pt x="1244153" y="4431551"/>
                  <a:pt x="1248535" y="4423793"/>
                </a:cubicBezTo>
                <a:cubicBezTo>
                  <a:pt x="1268967" y="4387726"/>
                  <a:pt x="1299289" y="4361549"/>
                  <a:pt x="1334526" y="4341414"/>
                </a:cubicBezTo>
                <a:cubicBezTo>
                  <a:pt x="1402810" y="4302327"/>
                  <a:pt x="1447168" y="4242571"/>
                  <a:pt x="1482110" y="4174346"/>
                </a:cubicBezTo>
                <a:cubicBezTo>
                  <a:pt x="1486314" y="4166114"/>
                  <a:pt x="1492296" y="4157764"/>
                  <a:pt x="1489157" y="4147933"/>
                </a:cubicBezTo>
                <a:cubicBezTo>
                  <a:pt x="1489276" y="4147992"/>
                  <a:pt x="1489453" y="4147992"/>
                  <a:pt x="1489572" y="4148051"/>
                </a:cubicBezTo>
                <a:cubicBezTo>
                  <a:pt x="1559218" y="4160370"/>
                  <a:pt x="1627739" y="4182933"/>
                  <a:pt x="1700050" y="4171918"/>
                </a:cubicBezTo>
                <a:cubicBezTo>
                  <a:pt x="1786989" y="4170970"/>
                  <a:pt x="1873809" y="4167476"/>
                  <a:pt x="1960038" y="4155276"/>
                </a:cubicBezTo>
                <a:cubicBezTo>
                  <a:pt x="1956307" y="4162146"/>
                  <a:pt x="1952398" y="4168898"/>
                  <a:pt x="1948845" y="4175886"/>
                </a:cubicBezTo>
                <a:cubicBezTo>
                  <a:pt x="1876593" y="4316895"/>
                  <a:pt x="1855924" y="4461636"/>
                  <a:pt x="1917634" y="4612299"/>
                </a:cubicBezTo>
                <a:cubicBezTo>
                  <a:pt x="1922194" y="4612832"/>
                  <a:pt x="1924978" y="4610878"/>
                  <a:pt x="1926695" y="4607561"/>
                </a:cubicBezTo>
                <a:cubicBezTo>
                  <a:pt x="1926814" y="4607857"/>
                  <a:pt x="1926932" y="4608153"/>
                  <a:pt x="1927051" y="4608390"/>
                </a:cubicBezTo>
                <a:cubicBezTo>
                  <a:pt x="1937000" y="4620827"/>
                  <a:pt x="1948016" y="4618340"/>
                  <a:pt x="1959386" y="4610700"/>
                </a:cubicBezTo>
                <a:cubicBezTo>
                  <a:pt x="2055268" y="4589024"/>
                  <a:pt x="2151328" y="4567882"/>
                  <a:pt x="2247031" y="4545377"/>
                </a:cubicBezTo>
                <a:cubicBezTo>
                  <a:pt x="2314782" y="4529446"/>
                  <a:pt x="2384073" y="4519852"/>
                  <a:pt x="2450343" y="4497584"/>
                </a:cubicBezTo>
                <a:cubicBezTo>
                  <a:pt x="2455851" y="4484733"/>
                  <a:pt x="2449040" y="4475198"/>
                  <a:pt x="2442467" y="4465604"/>
                </a:cubicBezTo>
                <a:cubicBezTo>
                  <a:pt x="2445369" y="4465663"/>
                  <a:pt x="2448152" y="4464834"/>
                  <a:pt x="2450758" y="4462584"/>
                </a:cubicBezTo>
                <a:cubicBezTo>
                  <a:pt x="2447382" y="4456602"/>
                  <a:pt x="2444125" y="4450561"/>
                  <a:pt x="2440631" y="4444639"/>
                </a:cubicBezTo>
                <a:cubicBezTo>
                  <a:pt x="2405452" y="4385298"/>
                  <a:pt x="2413092" y="4366465"/>
                  <a:pt x="2478830" y="4348994"/>
                </a:cubicBezTo>
                <a:cubicBezTo>
                  <a:pt x="2511402" y="4340348"/>
                  <a:pt x="2542613" y="4327674"/>
                  <a:pt x="2569914" y="4307893"/>
                </a:cubicBezTo>
                <a:cubicBezTo>
                  <a:pt x="2714003" y="4203721"/>
                  <a:pt x="2849150" y="4091257"/>
                  <a:pt x="2919743" y="3920576"/>
                </a:cubicBezTo>
                <a:cubicBezTo>
                  <a:pt x="2929456" y="3879831"/>
                  <a:pt x="2942129" y="3839027"/>
                  <a:pt x="2938872" y="3796860"/>
                </a:cubicBezTo>
                <a:cubicBezTo>
                  <a:pt x="2936681" y="3768552"/>
                  <a:pt x="2942129" y="3742967"/>
                  <a:pt x="2951131" y="3717146"/>
                </a:cubicBezTo>
                <a:cubicBezTo>
                  <a:pt x="2959956" y="3691799"/>
                  <a:pt x="2960785" y="3665622"/>
                  <a:pt x="2961318" y="3639090"/>
                </a:cubicBezTo>
                <a:cubicBezTo>
                  <a:pt x="2962384" y="3588396"/>
                  <a:pt x="2963568" y="3537642"/>
                  <a:pt x="2971563" y="3487362"/>
                </a:cubicBezTo>
                <a:cubicBezTo>
                  <a:pt x="2971563" y="3487362"/>
                  <a:pt x="2971563" y="3487362"/>
                  <a:pt x="2971563" y="3487362"/>
                </a:cubicBezTo>
                <a:cubicBezTo>
                  <a:pt x="2979499" y="3480610"/>
                  <a:pt x="2981868" y="3471016"/>
                  <a:pt x="2985362" y="3461777"/>
                </a:cubicBezTo>
                <a:cubicBezTo>
                  <a:pt x="3000227" y="3421980"/>
                  <a:pt x="3017106" y="3382952"/>
                  <a:pt x="3043697" y="3349373"/>
                </a:cubicBezTo>
                <a:cubicBezTo>
                  <a:pt x="3084146" y="3298322"/>
                  <a:pt x="3133064" y="3266520"/>
                  <a:pt x="3202236" y="3283694"/>
                </a:cubicBezTo>
                <a:cubicBezTo>
                  <a:pt x="3295571" y="3306910"/>
                  <a:pt x="3383991" y="3291512"/>
                  <a:pt x="3467495" y="3246325"/>
                </a:cubicBezTo>
                <a:cubicBezTo>
                  <a:pt x="3570602" y="3190537"/>
                  <a:pt x="3636695" y="3107092"/>
                  <a:pt x="3654106" y="2988765"/>
                </a:cubicBezTo>
                <a:cubicBezTo>
                  <a:pt x="3654106" y="2988765"/>
                  <a:pt x="3654106" y="2988765"/>
                  <a:pt x="3654106" y="2988765"/>
                </a:cubicBezTo>
                <a:cubicBezTo>
                  <a:pt x="3680164" y="2987462"/>
                  <a:pt x="3700892" y="2975262"/>
                  <a:pt x="3718896" y="2957318"/>
                </a:cubicBezTo>
                <a:cubicBezTo>
                  <a:pt x="3740038" y="2936294"/>
                  <a:pt x="3756443" y="2911834"/>
                  <a:pt x="3771249" y="2886132"/>
                </a:cubicBezTo>
                <a:cubicBezTo>
                  <a:pt x="3810040" y="2818618"/>
                  <a:pt x="3838348" y="2746366"/>
                  <a:pt x="3865827" y="2673877"/>
                </a:cubicBezTo>
                <a:cubicBezTo>
                  <a:pt x="3878679" y="2639943"/>
                  <a:pt x="3890405" y="2605534"/>
                  <a:pt x="3902605" y="2571363"/>
                </a:cubicBezTo>
                <a:cubicBezTo>
                  <a:pt x="3914805" y="2537250"/>
                  <a:pt x="3927005" y="2503138"/>
                  <a:pt x="3940389" y="2465768"/>
                </a:cubicBezTo>
                <a:cubicBezTo>
                  <a:pt x="4004231" y="2574265"/>
                  <a:pt x="3976219" y="2668429"/>
                  <a:pt x="3906395" y="2758092"/>
                </a:cubicBezTo>
                <a:cubicBezTo>
                  <a:pt x="3911606" y="2758447"/>
                  <a:pt x="3913502" y="2758980"/>
                  <a:pt x="3915220" y="2758566"/>
                </a:cubicBezTo>
                <a:cubicBezTo>
                  <a:pt x="4015602" y="2737068"/>
                  <a:pt x="4070324" y="2668073"/>
                  <a:pt x="4103074" y="2576870"/>
                </a:cubicBezTo>
                <a:cubicBezTo>
                  <a:pt x="4134403" y="2489457"/>
                  <a:pt x="4141806" y="2398136"/>
                  <a:pt x="4143879" y="2306400"/>
                </a:cubicBezTo>
                <a:cubicBezTo>
                  <a:pt x="4147373" y="2151236"/>
                  <a:pt x="4129843" y="1997316"/>
                  <a:pt x="4113438" y="1843337"/>
                </a:cubicBezTo>
                <a:close/>
                <a:moveTo>
                  <a:pt x="262712" y="1656015"/>
                </a:moveTo>
                <a:cubicBezTo>
                  <a:pt x="274202" y="1601826"/>
                  <a:pt x="261410" y="1546453"/>
                  <a:pt x="275327" y="1491790"/>
                </a:cubicBezTo>
                <a:cubicBezTo>
                  <a:pt x="308728" y="1360434"/>
                  <a:pt x="385896" y="1258689"/>
                  <a:pt x="484087" y="1170329"/>
                </a:cubicBezTo>
                <a:cubicBezTo>
                  <a:pt x="520568" y="1137519"/>
                  <a:pt x="559063" y="1106960"/>
                  <a:pt x="602592" y="1070361"/>
                </a:cubicBezTo>
                <a:cubicBezTo>
                  <a:pt x="492023" y="1273317"/>
                  <a:pt x="339347" y="1442517"/>
                  <a:pt x="262712" y="1656015"/>
                </a:cubicBezTo>
                <a:close/>
              </a:path>
            </a:pathLst>
          </a:custGeom>
          <a:solidFill>
            <a:srgbClr val="000000"/>
          </a:solidFill>
          <a:ln w="5921">
            <a:noFill/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88" name="자유형: 도형 87">
            <a:extLst>
              <a:ext uri="{FF2B5EF4-FFF2-40B4-BE49-F238E27FC236}">
                <a16:creationId xmlns:a16="http://schemas.microsoft.com/office/drawing/2014/main" id="{46E680CE-7871-4C94-8C80-846A40D0E2E2}"/>
              </a:ext>
            </a:extLst>
          </p:cNvPr>
          <p:cNvSpPr>
            <a:spLocks noGrp="1"/>
          </p:cNvSpPr>
          <p:nvPr/>
        </p:nvSpPr>
        <p:spPr>
          <a:xfrm>
            <a:off x="2508986" y="3205903"/>
            <a:ext cx="1798647" cy="1206699"/>
          </a:xfrm>
          <a:custGeom>
            <a:avLst/>
            <a:gdLst>
              <a:gd name="connsiteX0" fmla="*/ 1436485 w 3130671"/>
              <a:gd name="connsiteY0" fmla="*/ 2080734 h 2100345"/>
              <a:gd name="connsiteX1" fmla="*/ 1176497 w 3130671"/>
              <a:gd name="connsiteY1" fmla="*/ 2097375 h 2100345"/>
              <a:gd name="connsiteX2" fmla="*/ 966019 w 3130671"/>
              <a:gd name="connsiteY2" fmla="*/ 2073509 h 2100345"/>
              <a:gd name="connsiteX3" fmla="*/ 636504 w 3130671"/>
              <a:gd name="connsiteY3" fmla="*/ 1911179 h 2100345"/>
              <a:gd name="connsiteX4" fmla="*/ 270981 w 3130671"/>
              <a:gd name="connsiteY4" fmla="*/ 1490401 h 2100345"/>
              <a:gd name="connsiteX5" fmla="*/ 215963 w 3130671"/>
              <a:gd name="connsiteY5" fmla="*/ 1385813 h 2100345"/>
              <a:gd name="connsiteX6" fmla="*/ 162840 w 3130671"/>
              <a:gd name="connsiteY6" fmla="*/ 1327716 h 2100345"/>
              <a:gd name="connsiteX7" fmla="*/ 191800 w 3130671"/>
              <a:gd name="connsiteY7" fmla="*/ 1317885 h 2100345"/>
              <a:gd name="connsiteX8" fmla="*/ 145665 w 3130671"/>
              <a:gd name="connsiteY8" fmla="*/ 1204592 h 2100345"/>
              <a:gd name="connsiteX9" fmla="*/ 124641 w 3130671"/>
              <a:gd name="connsiteY9" fmla="*/ 1173500 h 2100345"/>
              <a:gd name="connsiteX10" fmla="*/ 5248 w 3130671"/>
              <a:gd name="connsiteY10" fmla="*/ 622372 h 2100345"/>
              <a:gd name="connsiteX11" fmla="*/ 3057 w 3130671"/>
              <a:gd name="connsiteY11" fmla="*/ 498597 h 2100345"/>
              <a:gd name="connsiteX12" fmla="*/ 8742 w 3130671"/>
              <a:gd name="connsiteY12" fmla="*/ 404551 h 2100345"/>
              <a:gd name="connsiteX13" fmla="*/ 36577 w 3130671"/>
              <a:gd name="connsiteY13" fmla="*/ 461405 h 2100345"/>
              <a:gd name="connsiteX14" fmla="*/ 36044 w 3130671"/>
              <a:gd name="connsiteY14" fmla="*/ 592761 h 2100345"/>
              <a:gd name="connsiteX15" fmla="*/ 104091 w 3130671"/>
              <a:gd name="connsiteY15" fmla="*/ 504282 h 2100345"/>
              <a:gd name="connsiteX16" fmla="*/ 104091 w 3130671"/>
              <a:gd name="connsiteY16" fmla="*/ 714108 h 2100345"/>
              <a:gd name="connsiteX17" fmla="*/ 110309 w 3130671"/>
              <a:gd name="connsiteY17" fmla="*/ 716418 h 2100345"/>
              <a:gd name="connsiteX18" fmla="*/ 161123 w 3130671"/>
              <a:gd name="connsiteY18" fmla="*/ 632618 h 2100345"/>
              <a:gd name="connsiteX19" fmla="*/ 195827 w 3130671"/>
              <a:gd name="connsiteY19" fmla="*/ 727019 h 2100345"/>
              <a:gd name="connsiteX20" fmla="*/ 199617 w 3130671"/>
              <a:gd name="connsiteY20" fmla="*/ 726486 h 2100345"/>
              <a:gd name="connsiteX21" fmla="*/ 203940 w 3130671"/>
              <a:gd name="connsiteY21" fmla="*/ 633625 h 2100345"/>
              <a:gd name="connsiteX22" fmla="*/ 209744 w 3130671"/>
              <a:gd name="connsiteY22" fmla="*/ 432445 h 2100345"/>
              <a:gd name="connsiteX23" fmla="*/ 202519 w 3130671"/>
              <a:gd name="connsiteY23" fmla="*/ 353856 h 2100345"/>
              <a:gd name="connsiteX24" fmla="*/ 225498 w 3130671"/>
              <a:gd name="connsiteY24" fmla="*/ 278288 h 2100345"/>
              <a:gd name="connsiteX25" fmla="*/ 327953 w 3130671"/>
              <a:gd name="connsiteY25" fmla="*/ 209649 h 2100345"/>
              <a:gd name="connsiteX26" fmla="*/ 291827 w 3130671"/>
              <a:gd name="connsiteY26" fmla="*/ 368958 h 2100345"/>
              <a:gd name="connsiteX27" fmla="*/ 760161 w 3130671"/>
              <a:gd name="connsiteY27" fmla="*/ 0 h 2100345"/>
              <a:gd name="connsiteX28" fmla="*/ 642545 w 3130671"/>
              <a:gd name="connsiteY28" fmla="*/ 225935 h 2100345"/>
              <a:gd name="connsiteX29" fmla="*/ 410154 w 3130671"/>
              <a:gd name="connsiteY29" fmla="*/ 341005 h 2100345"/>
              <a:gd name="connsiteX30" fmla="*/ 671682 w 3130671"/>
              <a:gd name="connsiteY30" fmla="*/ 278584 h 2100345"/>
              <a:gd name="connsiteX31" fmla="*/ 599489 w 3130671"/>
              <a:gd name="connsiteY31" fmla="*/ 378078 h 2100345"/>
              <a:gd name="connsiteX32" fmla="*/ 780711 w 3130671"/>
              <a:gd name="connsiteY32" fmla="*/ 408874 h 2100345"/>
              <a:gd name="connsiteX33" fmla="*/ 1031520 w 3130671"/>
              <a:gd name="connsiteY33" fmla="*/ 397385 h 2100345"/>
              <a:gd name="connsiteX34" fmla="*/ 1130185 w 3130671"/>
              <a:gd name="connsiteY34" fmla="*/ 346513 h 2100345"/>
              <a:gd name="connsiteX35" fmla="*/ 1294410 w 3130671"/>
              <a:gd name="connsiteY35" fmla="*/ 168903 h 2100345"/>
              <a:gd name="connsiteX36" fmla="*/ 1315553 w 3130671"/>
              <a:gd name="connsiteY36" fmla="*/ 148768 h 2100345"/>
              <a:gd name="connsiteX37" fmla="*/ 1128231 w 3130671"/>
              <a:gd name="connsiteY37" fmla="*/ 412783 h 2100345"/>
              <a:gd name="connsiteX38" fmla="*/ 1519989 w 3130671"/>
              <a:gd name="connsiteY38" fmla="*/ 440085 h 2100345"/>
              <a:gd name="connsiteX39" fmla="*/ 1699079 w 3130671"/>
              <a:gd name="connsiteY39" fmla="*/ 425042 h 2100345"/>
              <a:gd name="connsiteX40" fmla="*/ 1983467 w 3130671"/>
              <a:gd name="connsiteY40" fmla="*/ 218473 h 2100345"/>
              <a:gd name="connsiteX41" fmla="*/ 2052343 w 3130671"/>
              <a:gd name="connsiteY41" fmla="*/ 121762 h 2100345"/>
              <a:gd name="connsiteX42" fmla="*/ 1575422 w 3130671"/>
              <a:gd name="connsiteY42" fmla="*/ 498656 h 2100345"/>
              <a:gd name="connsiteX43" fmla="*/ 1751847 w 3130671"/>
              <a:gd name="connsiteY43" fmla="*/ 485982 h 2100345"/>
              <a:gd name="connsiteX44" fmla="*/ 1933365 w 3130671"/>
              <a:gd name="connsiteY44" fmla="*/ 461642 h 2100345"/>
              <a:gd name="connsiteX45" fmla="*/ 2114409 w 3130671"/>
              <a:gd name="connsiteY45" fmla="*/ 426759 h 2100345"/>
              <a:gd name="connsiteX46" fmla="*/ 1907958 w 3130671"/>
              <a:gd name="connsiteY46" fmla="*/ 518732 h 2100345"/>
              <a:gd name="connsiteX47" fmla="*/ 2440015 w 3130671"/>
              <a:gd name="connsiteY47" fmla="*/ 281723 h 2100345"/>
              <a:gd name="connsiteX48" fmla="*/ 2214021 w 3130671"/>
              <a:gd name="connsiteY48" fmla="*/ 787663 h 2100345"/>
              <a:gd name="connsiteX49" fmla="*/ 2326249 w 3130671"/>
              <a:gd name="connsiteY49" fmla="*/ 781859 h 2100345"/>
              <a:gd name="connsiteX50" fmla="*/ 2423611 w 3130671"/>
              <a:gd name="connsiteY50" fmla="*/ 775226 h 2100345"/>
              <a:gd name="connsiteX51" fmla="*/ 2444102 w 3130671"/>
              <a:gd name="connsiteY51" fmla="*/ 795658 h 2100345"/>
              <a:gd name="connsiteX52" fmla="*/ 2443806 w 3130671"/>
              <a:gd name="connsiteY52" fmla="*/ 963969 h 2100345"/>
              <a:gd name="connsiteX53" fmla="*/ 2626627 w 3130671"/>
              <a:gd name="connsiteY53" fmla="*/ 779846 h 2100345"/>
              <a:gd name="connsiteX54" fmla="*/ 2757924 w 3130671"/>
              <a:gd name="connsiteY54" fmla="*/ 705521 h 2100345"/>
              <a:gd name="connsiteX55" fmla="*/ 2963072 w 3130671"/>
              <a:gd name="connsiteY55" fmla="*/ 749583 h 2100345"/>
              <a:gd name="connsiteX56" fmla="*/ 3063632 w 3130671"/>
              <a:gd name="connsiteY56" fmla="*/ 865127 h 2100345"/>
              <a:gd name="connsiteX57" fmla="*/ 3130672 w 3130671"/>
              <a:gd name="connsiteY57" fmla="*/ 914282 h 2100345"/>
              <a:gd name="connsiteX58" fmla="*/ 2944061 w 3130671"/>
              <a:gd name="connsiteY58" fmla="*/ 1171842 h 2100345"/>
              <a:gd name="connsiteX59" fmla="*/ 2678802 w 3130671"/>
              <a:gd name="connsiteY59" fmla="*/ 1209211 h 2100345"/>
              <a:gd name="connsiteX60" fmla="*/ 2520263 w 3130671"/>
              <a:gd name="connsiteY60" fmla="*/ 1274889 h 2100345"/>
              <a:gd name="connsiteX61" fmla="*/ 2461928 w 3130671"/>
              <a:gd name="connsiteY61" fmla="*/ 1387294 h 2100345"/>
              <a:gd name="connsiteX62" fmla="*/ 2448129 w 3130671"/>
              <a:gd name="connsiteY62" fmla="*/ 1412878 h 2100345"/>
              <a:gd name="connsiteX63" fmla="*/ 2435219 w 3130671"/>
              <a:gd name="connsiteY63" fmla="*/ 1389367 h 2100345"/>
              <a:gd name="connsiteX64" fmla="*/ 2399507 w 3130671"/>
              <a:gd name="connsiteY64" fmla="*/ 1317056 h 2100345"/>
              <a:gd name="connsiteX65" fmla="*/ 2279285 w 3130671"/>
              <a:gd name="connsiteY65" fmla="*/ 1351168 h 2100345"/>
              <a:gd name="connsiteX66" fmla="*/ 2267500 w 3130671"/>
              <a:gd name="connsiteY66" fmla="*/ 1369409 h 2100345"/>
              <a:gd name="connsiteX67" fmla="*/ 2249259 w 3130671"/>
              <a:gd name="connsiteY67" fmla="*/ 1356261 h 2100345"/>
              <a:gd name="connsiteX68" fmla="*/ 2227465 w 3130671"/>
              <a:gd name="connsiteY68" fmla="*/ 1328308 h 2100345"/>
              <a:gd name="connsiteX69" fmla="*/ 2164097 w 3130671"/>
              <a:gd name="connsiteY69" fmla="*/ 1332809 h 2100345"/>
              <a:gd name="connsiteX70" fmla="*/ 2146330 w 3130671"/>
              <a:gd name="connsiteY70" fmla="*/ 1370060 h 2100345"/>
              <a:gd name="connsiteX71" fmla="*/ 2107006 w 3130671"/>
              <a:gd name="connsiteY71" fmla="*/ 1379122 h 2100345"/>
              <a:gd name="connsiteX72" fmla="*/ 2100432 w 3130671"/>
              <a:gd name="connsiteY72" fmla="*/ 1373199 h 2100345"/>
              <a:gd name="connsiteX73" fmla="*/ 2047309 w 3130671"/>
              <a:gd name="connsiteY73" fmla="*/ 1358571 h 2100345"/>
              <a:gd name="connsiteX74" fmla="*/ 2013671 w 3130671"/>
              <a:gd name="connsiteY74" fmla="*/ 1410806 h 2100345"/>
              <a:gd name="connsiteX75" fmla="*/ 2014796 w 3130671"/>
              <a:gd name="connsiteY75" fmla="*/ 1452084 h 2100345"/>
              <a:gd name="connsiteX76" fmla="*/ 2013848 w 3130671"/>
              <a:gd name="connsiteY76" fmla="*/ 1522263 h 2100345"/>
              <a:gd name="connsiteX77" fmla="*/ 1830672 w 3130671"/>
              <a:gd name="connsiteY77" fmla="*/ 1801735 h 2100345"/>
              <a:gd name="connsiteX78" fmla="*/ 1570151 w 3130671"/>
              <a:gd name="connsiteY78" fmla="*/ 1965131 h 2100345"/>
              <a:gd name="connsiteX79" fmla="*/ 1458813 w 3130671"/>
              <a:gd name="connsiteY79" fmla="*/ 2064270 h 2100345"/>
              <a:gd name="connsiteX80" fmla="*/ 1436485 w 3130671"/>
              <a:gd name="connsiteY80" fmla="*/ 2080734 h 2100345"/>
            </a:gdLst>
            <a:ahLst/>
            <a:cxnLst/>
            <a:rect l="l" t="t" r="r" b="b"/>
            <a:pathLst>
              <a:path w="3130671" h="2100345">
                <a:moveTo>
                  <a:pt x="1436485" y="2080734"/>
                </a:moveTo>
                <a:cubicBezTo>
                  <a:pt x="1350257" y="2092934"/>
                  <a:pt x="1263436" y="2096428"/>
                  <a:pt x="1176497" y="2097375"/>
                </a:cubicBezTo>
                <a:cubicBezTo>
                  <a:pt x="1104186" y="2108450"/>
                  <a:pt x="1035666" y="2085886"/>
                  <a:pt x="966019" y="2073509"/>
                </a:cubicBezTo>
                <a:cubicBezTo>
                  <a:pt x="847396" y="2037264"/>
                  <a:pt x="736590" y="1985385"/>
                  <a:pt x="636504" y="1911179"/>
                </a:cubicBezTo>
                <a:cubicBezTo>
                  <a:pt x="483590" y="1797767"/>
                  <a:pt x="366270" y="1653738"/>
                  <a:pt x="270981" y="1490401"/>
                </a:cubicBezTo>
                <a:cubicBezTo>
                  <a:pt x="251082" y="1456348"/>
                  <a:pt x="232427" y="1421643"/>
                  <a:pt x="215963" y="1385813"/>
                </a:cubicBezTo>
                <a:cubicBezTo>
                  <a:pt x="204296" y="1360407"/>
                  <a:pt x="192037" y="1336599"/>
                  <a:pt x="162840" y="1327716"/>
                </a:cubicBezTo>
                <a:cubicBezTo>
                  <a:pt x="170243" y="1319543"/>
                  <a:pt x="182147" y="1325406"/>
                  <a:pt x="191800" y="1317885"/>
                </a:cubicBezTo>
                <a:cubicBezTo>
                  <a:pt x="176520" y="1280397"/>
                  <a:pt x="161123" y="1242494"/>
                  <a:pt x="145665" y="1204592"/>
                </a:cubicBezTo>
                <a:cubicBezTo>
                  <a:pt x="133939" y="1197426"/>
                  <a:pt x="128964" y="1185877"/>
                  <a:pt x="124641" y="1173500"/>
                </a:cubicBezTo>
                <a:cubicBezTo>
                  <a:pt x="62339" y="994647"/>
                  <a:pt x="21830" y="811175"/>
                  <a:pt x="5248" y="622372"/>
                </a:cubicBezTo>
                <a:cubicBezTo>
                  <a:pt x="1635" y="581035"/>
                  <a:pt x="-3280" y="539993"/>
                  <a:pt x="3057" y="498597"/>
                </a:cubicBezTo>
                <a:cubicBezTo>
                  <a:pt x="9334" y="467505"/>
                  <a:pt x="-2925" y="435288"/>
                  <a:pt x="8742" y="404551"/>
                </a:cubicBezTo>
                <a:cubicBezTo>
                  <a:pt x="30062" y="417639"/>
                  <a:pt x="37821" y="435939"/>
                  <a:pt x="36577" y="461405"/>
                </a:cubicBezTo>
                <a:cubicBezTo>
                  <a:pt x="34563" y="502446"/>
                  <a:pt x="36044" y="543606"/>
                  <a:pt x="36044" y="592761"/>
                </a:cubicBezTo>
                <a:cubicBezTo>
                  <a:pt x="60740" y="560662"/>
                  <a:pt x="81172" y="534130"/>
                  <a:pt x="104091" y="504282"/>
                </a:cubicBezTo>
                <a:cubicBezTo>
                  <a:pt x="104091" y="576238"/>
                  <a:pt x="104091" y="645173"/>
                  <a:pt x="104091" y="714108"/>
                </a:cubicBezTo>
                <a:cubicBezTo>
                  <a:pt x="106164" y="714878"/>
                  <a:pt x="108236" y="715648"/>
                  <a:pt x="110309" y="716418"/>
                </a:cubicBezTo>
                <a:cubicBezTo>
                  <a:pt x="126536" y="689649"/>
                  <a:pt x="142763" y="662940"/>
                  <a:pt x="161123" y="632618"/>
                </a:cubicBezTo>
                <a:cubicBezTo>
                  <a:pt x="173500" y="666257"/>
                  <a:pt x="184634" y="696638"/>
                  <a:pt x="195827" y="727019"/>
                </a:cubicBezTo>
                <a:cubicBezTo>
                  <a:pt x="197070" y="726841"/>
                  <a:pt x="198314" y="726664"/>
                  <a:pt x="199617" y="726486"/>
                </a:cubicBezTo>
                <a:cubicBezTo>
                  <a:pt x="201098" y="695513"/>
                  <a:pt x="202934" y="664598"/>
                  <a:pt x="203940" y="633625"/>
                </a:cubicBezTo>
                <a:cubicBezTo>
                  <a:pt x="206072" y="566584"/>
                  <a:pt x="207731" y="499544"/>
                  <a:pt x="209744" y="432445"/>
                </a:cubicBezTo>
                <a:cubicBezTo>
                  <a:pt x="210573" y="405913"/>
                  <a:pt x="210929" y="379974"/>
                  <a:pt x="202519" y="353856"/>
                </a:cubicBezTo>
                <a:cubicBezTo>
                  <a:pt x="193162" y="324719"/>
                  <a:pt x="206546" y="299786"/>
                  <a:pt x="225498" y="278288"/>
                </a:cubicBezTo>
                <a:cubicBezTo>
                  <a:pt x="253273" y="246781"/>
                  <a:pt x="289518" y="227475"/>
                  <a:pt x="327953" y="209649"/>
                </a:cubicBezTo>
                <a:cubicBezTo>
                  <a:pt x="285135" y="253947"/>
                  <a:pt x="272994" y="305175"/>
                  <a:pt x="291827" y="368958"/>
                </a:cubicBezTo>
                <a:cubicBezTo>
                  <a:pt x="412878" y="201180"/>
                  <a:pt x="558567" y="68047"/>
                  <a:pt x="760161" y="0"/>
                </a:cubicBezTo>
                <a:cubicBezTo>
                  <a:pt x="737538" y="86643"/>
                  <a:pt x="703011" y="162803"/>
                  <a:pt x="642545" y="225935"/>
                </a:cubicBezTo>
                <a:cubicBezTo>
                  <a:pt x="580953" y="290310"/>
                  <a:pt x="503371" y="323297"/>
                  <a:pt x="410154" y="341005"/>
                </a:cubicBezTo>
                <a:cubicBezTo>
                  <a:pt x="512550" y="366411"/>
                  <a:pt x="595107" y="341479"/>
                  <a:pt x="671682" y="278584"/>
                </a:cubicBezTo>
                <a:cubicBezTo>
                  <a:pt x="664220" y="325252"/>
                  <a:pt x="634194" y="351369"/>
                  <a:pt x="599489" y="378078"/>
                </a:cubicBezTo>
                <a:cubicBezTo>
                  <a:pt x="660430" y="398747"/>
                  <a:pt x="720541" y="404966"/>
                  <a:pt x="780711" y="408874"/>
                </a:cubicBezTo>
                <a:cubicBezTo>
                  <a:pt x="864630" y="414323"/>
                  <a:pt x="948430" y="408756"/>
                  <a:pt x="1031520" y="397385"/>
                </a:cubicBezTo>
                <a:cubicBezTo>
                  <a:pt x="1069363" y="392233"/>
                  <a:pt x="1100515" y="369550"/>
                  <a:pt x="1130185" y="346513"/>
                </a:cubicBezTo>
                <a:cubicBezTo>
                  <a:pt x="1194797" y="296469"/>
                  <a:pt x="1245373" y="233397"/>
                  <a:pt x="1294410" y="168903"/>
                </a:cubicBezTo>
                <a:cubicBezTo>
                  <a:pt x="1299325" y="162448"/>
                  <a:pt x="1301813" y="153505"/>
                  <a:pt x="1315553" y="148768"/>
                </a:cubicBezTo>
                <a:cubicBezTo>
                  <a:pt x="1265568" y="247255"/>
                  <a:pt x="1200364" y="330049"/>
                  <a:pt x="1128231" y="412783"/>
                </a:cubicBezTo>
                <a:cubicBezTo>
                  <a:pt x="1260949" y="434222"/>
                  <a:pt x="1390055" y="442631"/>
                  <a:pt x="1519989" y="440085"/>
                </a:cubicBezTo>
                <a:cubicBezTo>
                  <a:pt x="1579982" y="438900"/>
                  <a:pt x="1640508" y="442276"/>
                  <a:pt x="1699079" y="425042"/>
                </a:cubicBezTo>
                <a:cubicBezTo>
                  <a:pt x="1818295" y="389982"/>
                  <a:pt x="1908787" y="314769"/>
                  <a:pt x="1983467" y="218473"/>
                </a:cubicBezTo>
                <a:cubicBezTo>
                  <a:pt x="2008104" y="186670"/>
                  <a:pt x="2030194" y="152972"/>
                  <a:pt x="2052343" y="121762"/>
                </a:cubicBezTo>
                <a:cubicBezTo>
                  <a:pt x="1977367" y="323120"/>
                  <a:pt x="1826171" y="463300"/>
                  <a:pt x="1575422" y="498656"/>
                </a:cubicBezTo>
                <a:cubicBezTo>
                  <a:pt x="1634230" y="494570"/>
                  <a:pt x="1693216" y="492023"/>
                  <a:pt x="1751847" y="485982"/>
                </a:cubicBezTo>
                <a:cubicBezTo>
                  <a:pt x="1812550" y="479764"/>
                  <a:pt x="1873135" y="471532"/>
                  <a:pt x="1933365" y="461642"/>
                </a:cubicBezTo>
                <a:cubicBezTo>
                  <a:pt x="1992350" y="451988"/>
                  <a:pt x="2050863" y="439137"/>
                  <a:pt x="2114409" y="426759"/>
                </a:cubicBezTo>
                <a:cubicBezTo>
                  <a:pt x="2065846" y="511744"/>
                  <a:pt x="1985895" y="513402"/>
                  <a:pt x="1907958" y="518732"/>
                </a:cubicBezTo>
                <a:cubicBezTo>
                  <a:pt x="2047842" y="558590"/>
                  <a:pt x="2252635" y="516541"/>
                  <a:pt x="2440015" y="281723"/>
                </a:cubicBezTo>
                <a:cubicBezTo>
                  <a:pt x="2454644" y="373992"/>
                  <a:pt x="2409161" y="572684"/>
                  <a:pt x="2214021" y="787663"/>
                </a:cubicBezTo>
                <a:cubicBezTo>
                  <a:pt x="2253582" y="785650"/>
                  <a:pt x="2289945" y="783932"/>
                  <a:pt x="2326249" y="781859"/>
                </a:cubicBezTo>
                <a:cubicBezTo>
                  <a:pt x="2358762" y="780023"/>
                  <a:pt x="2391335" y="779076"/>
                  <a:pt x="2423611" y="775226"/>
                </a:cubicBezTo>
                <a:cubicBezTo>
                  <a:pt x="2442147" y="773035"/>
                  <a:pt x="2444339" y="779905"/>
                  <a:pt x="2444102" y="795658"/>
                </a:cubicBezTo>
                <a:cubicBezTo>
                  <a:pt x="2443273" y="849492"/>
                  <a:pt x="2443806" y="903325"/>
                  <a:pt x="2443806" y="963969"/>
                </a:cubicBezTo>
                <a:cubicBezTo>
                  <a:pt x="2507945" y="899713"/>
                  <a:pt x="2569062" y="841437"/>
                  <a:pt x="2626627" y="779846"/>
                </a:cubicBezTo>
                <a:cubicBezTo>
                  <a:pt x="2663345" y="740581"/>
                  <a:pt x="2707703" y="719083"/>
                  <a:pt x="2757924" y="705521"/>
                </a:cubicBezTo>
                <a:cubicBezTo>
                  <a:pt x="2833966" y="685030"/>
                  <a:pt x="2902072" y="700783"/>
                  <a:pt x="2963072" y="749583"/>
                </a:cubicBezTo>
                <a:cubicBezTo>
                  <a:pt x="3003580" y="781978"/>
                  <a:pt x="3035620" y="822012"/>
                  <a:pt x="3063632" y="865127"/>
                </a:cubicBezTo>
                <a:cubicBezTo>
                  <a:pt x="3080096" y="890474"/>
                  <a:pt x="3101120" y="907708"/>
                  <a:pt x="3130672" y="914282"/>
                </a:cubicBezTo>
                <a:cubicBezTo>
                  <a:pt x="3113261" y="1032609"/>
                  <a:pt x="3047108" y="1116054"/>
                  <a:pt x="2944061" y="1171842"/>
                </a:cubicBezTo>
                <a:cubicBezTo>
                  <a:pt x="2860616" y="1217028"/>
                  <a:pt x="2772197" y="1232427"/>
                  <a:pt x="2678802" y="1209211"/>
                </a:cubicBezTo>
                <a:cubicBezTo>
                  <a:pt x="2609630" y="1192037"/>
                  <a:pt x="2560712" y="1223780"/>
                  <a:pt x="2520263" y="1274889"/>
                </a:cubicBezTo>
                <a:cubicBezTo>
                  <a:pt x="2493672" y="1308468"/>
                  <a:pt x="2476853" y="1347496"/>
                  <a:pt x="2461928" y="1387294"/>
                </a:cubicBezTo>
                <a:cubicBezTo>
                  <a:pt x="2458493" y="1396533"/>
                  <a:pt x="2456065" y="1406127"/>
                  <a:pt x="2448129" y="1412878"/>
                </a:cubicBezTo>
                <a:cubicBezTo>
                  <a:pt x="2434982" y="1409976"/>
                  <a:pt x="2435692" y="1398842"/>
                  <a:pt x="2435219" y="1389367"/>
                </a:cubicBezTo>
                <a:cubicBezTo>
                  <a:pt x="2433738" y="1359992"/>
                  <a:pt x="2420176" y="1336599"/>
                  <a:pt x="2399507" y="1317056"/>
                </a:cubicBezTo>
                <a:cubicBezTo>
                  <a:pt x="2356689" y="1276606"/>
                  <a:pt x="2295216" y="1294196"/>
                  <a:pt x="2279285" y="1351168"/>
                </a:cubicBezTo>
                <a:cubicBezTo>
                  <a:pt x="2277212" y="1358571"/>
                  <a:pt x="2277390" y="1368284"/>
                  <a:pt x="2267500" y="1369409"/>
                </a:cubicBezTo>
                <a:cubicBezTo>
                  <a:pt x="2258676" y="1370356"/>
                  <a:pt x="2254175" y="1362361"/>
                  <a:pt x="2249259" y="1356261"/>
                </a:cubicBezTo>
                <a:cubicBezTo>
                  <a:pt x="2241856" y="1347082"/>
                  <a:pt x="2236053" y="1336718"/>
                  <a:pt x="2227465" y="1328308"/>
                </a:cubicBezTo>
                <a:cubicBezTo>
                  <a:pt x="2202888" y="1304264"/>
                  <a:pt x="2184233" y="1305270"/>
                  <a:pt x="2164097" y="1332809"/>
                </a:cubicBezTo>
                <a:cubicBezTo>
                  <a:pt x="2155865" y="1344061"/>
                  <a:pt x="2151482" y="1357209"/>
                  <a:pt x="2146330" y="1370060"/>
                </a:cubicBezTo>
                <a:cubicBezTo>
                  <a:pt x="2136440" y="1394460"/>
                  <a:pt x="2128089" y="1396059"/>
                  <a:pt x="2107006" y="1379122"/>
                </a:cubicBezTo>
                <a:cubicBezTo>
                  <a:pt x="2104696" y="1377285"/>
                  <a:pt x="2102742" y="1374976"/>
                  <a:pt x="2100432" y="1373199"/>
                </a:cubicBezTo>
                <a:cubicBezTo>
                  <a:pt x="2084738" y="1360940"/>
                  <a:pt x="2069281" y="1347437"/>
                  <a:pt x="2047309" y="1358571"/>
                </a:cubicBezTo>
                <a:cubicBezTo>
                  <a:pt x="2026048" y="1369350"/>
                  <a:pt x="2016040" y="1388064"/>
                  <a:pt x="2013671" y="1410806"/>
                </a:cubicBezTo>
                <a:cubicBezTo>
                  <a:pt x="2012249" y="1424486"/>
                  <a:pt x="2011420" y="1438640"/>
                  <a:pt x="2014796" y="1452084"/>
                </a:cubicBezTo>
                <a:cubicBezTo>
                  <a:pt x="2020777" y="1475714"/>
                  <a:pt x="2019238" y="1498692"/>
                  <a:pt x="2013848" y="1522263"/>
                </a:cubicBezTo>
                <a:cubicBezTo>
                  <a:pt x="1987317" y="1638162"/>
                  <a:pt x="1931943" y="1734458"/>
                  <a:pt x="1830672" y="1801735"/>
                </a:cubicBezTo>
                <a:cubicBezTo>
                  <a:pt x="1745214" y="1858470"/>
                  <a:pt x="1659696" y="1914969"/>
                  <a:pt x="1570151" y="1965131"/>
                </a:cubicBezTo>
                <a:cubicBezTo>
                  <a:pt x="1525616" y="1990123"/>
                  <a:pt x="1487121" y="2021156"/>
                  <a:pt x="1458813" y="2064270"/>
                </a:cubicBezTo>
                <a:cubicBezTo>
                  <a:pt x="1453601" y="2071969"/>
                  <a:pt x="1449159" y="2082570"/>
                  <a:pt x="1436485" y="2080734"/>
                </a:cubicBezTo>
                <a:close/>
              </a:path>
            </a:pathLst>
          </a:custGeom>
          <a:solidFill>
            <a:srgbClr val="FDAAB4"/>
          </a:solidFill>
          <a:ln w="5921">
            <a:noFill/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89" name="자유형: 도형 88">
            <a:extLst>
              <a:ext uri="{FF2B5EF4-FFF2-40B4-BE49-F238E27FC236}">
                <a16:creationId xmlns:a16="http://schemas.microsoft.com/office/drawing/2014/main" id="{EA81CA5B-3284-458F-97F1-65BB990011A6}"/>
              </a:ext>
            </a:extLst>
          </p:cNvPr>
          <p:cNvSpPr>
            <a:spLocks noGrp="1"/>
          </p:cNvSpPr>
          <p:nvPr/>
        </p:nvSpPr>
        <p:spPr>
          <a:xfrm>
            <a:off x="2397954" y="3494331"/>
            <a:ext cx="1815566" cy="1068690"/>
          </a:xfrm>
          <a:custGeom>
            <a:avLst/>
            <a:gdLst>
              <a:gd name="connsiteX0" fmla="*/ 356097 w 3160120"/>
              <a:gd name="connsiteY0" fmla="*/ 819823 h 1860131"/>
              <a:gd name="connsiteX1" fmla="*/ 405015 w 3160120"/>
              <a:gd name="connsiteY1" fmla="*/ 850442 h 1860131"/>
              <a:gd name="connsiteX2" fmla="*/ 609511 w 3160120"/>
              <a:gd name="connsiteY2" fmla="*/ 1180609 h 1860131"/>
              <a:gd name="connsiteX3" fmla="*/ 948858 w 3160120"/>
              <a:gd name="connsiteY3" fmla="*/ 1469438 h 1860131"/>
              <a:gd name="connsiteX4" fmla="*/ 1138904 w 3160120"/>
              <a:gd name="connsiteY4" fmla="*/ 1548501 h 1860131"/>
              <a:gd name="connsiteX5" fmla="*/ 1157263 w 3160120"/>
              <a:gd name="connsiteY5" fmla="*/ 1561648 h 1860131"/>
              <a:gd name="connsiteX6" fmla="*/ 1151814 w 3160120"/>
              <a:gd name="connsiteY6" fmla="*/ 1591852 h 1860131"/>
              <a:gd name="connsiteX7" fmla="*/ 1004231 w 3160120"/>
              <a:gd name="connsiteY7" fmla="*/ 1758919 h 1860131"/>
              <a:gd name="connsiteX8" fmla="*/ 918240 w 3160120"/>
              <a:gd name="connsiteY8" fmla="*/ 1841299 h 1860131"/>
              <a:gd name="connsiteX9" fmla="*/ 900414 w 3160120"/>
              <a:gd name="connsiteY9" fmla="*/ 1860131 h 1860131"/>
              <a:gd name="connsiteX10" fmla="*/ 557455 w 3160120"/>
              <a:gd name="connsiteY10" fmla="*/ 1771889 h 1860131"/>
              <a:gd name="connsiteX11" fmla="*/ 499120 w 3160120"/>
              <a:gd name="connsiteY11" fmla="*/ 1763361 h 1860131"/>
              <a:gd name="connsiteX12" fmla="*/ 530449 w 3160120"/>
              <a:gd name="connsiteY12" fmla="*/ 1716990 h 1860131"/>
              <a:gd name="connsiteX13" fmla="*/ 531989 w 3160120"/>
              <a:gd name="connsiteY13" fmla="*/ 1590549 h 1860131"/>
              <a:gd name="connsiteX14" fmla="*/ 336672 w 3160120"/>
              <a:gd name="connsiteY14" fmla="*/ 1227573 h 1860131"/>
              <a:gd name="connsiteX15" fmla="*/ 273777 w 3160120"/>
              <a:gd name="connsiteY15" fmla="*/ 926898 h 1860131"/>
              <a:gd name="connsiteX16" fmla="*/ 356097 w 3160120"/>
              <a:gd name="connsiteY16" fmla="*/ 819823 h 1860131"/>
              <a:gd name="connsiteX17" fmla="*/ 2979540 w 3160120"/>
              <a:gd name="connsiteY17" fmla="*/ 264066 h 1860131"/>
              <a:gd name="connsiteX18" fmla="*/ 3160120 w 3160120"/>
              <a:gd name="connsiteY18" fmla="*/ 336389 h 1860131"/>
              <a:gd name="connsiteX19" fmla="*/ 2918491 w 3160120"/>
              <a:gd name="connsiteY19" fmla="*/ 281844 h 1860131"/>
              <a:gd name="connsiteX20" fmla="*/ 2979540 w 3160120"/>
              <a:gd name="connsiteY20" fmla="*/ 264066 h 1860131"/>
              <a:gd name="connsiteX21" fmla="*/ 196314 w 3160120"/>
              <a:gd name="connsiteY21" fmla="*/ 0 h 1860131"/>
              <a:gd name="connsiteX22" fmla="*/ 202533 w 3160120"/>
              <a:gd name="connsiteY22" fmla="*/ 27657 h 1860131"/>
              <a:gd name="connsiteX23" fmla="*/ 284734 w 3160120"/>
              <a:gd name="connsiteY23" fmla="*/ 537506 h 1860131"/>
              <a:gd name="connsiteX24" fmla="*/ 338804 w 3160120"/>
              <a:gd name="connsiteY24" fmla="*/ 705995 h 1860131"/>
              <a:gd name="connsiteX25" fmla="*/ 7512 w 3160120"/>
              <a:gd name="connsiteY25" fmla="*/ 403130 h 1860131"/>
              <a:gd name="connsiteX26" fmla="*/ 196314 w 3160120"/>
              <a:gd name="connsiteY26" fmla="*/ 0 h 1860131"/>
            </a:gdLst>
            <a:ahLst/>
            <a:cxnLst/>
            <a:rect l="l" t="t" r="r" b="b"/>
            <a:pathLst>
              <a:path w="3160120" h="1860131">
                <a:moveTo>
                  <a:pt x="356097" y="819823"/>
                </a:moveTo>
                <a:cubicBezTo>
                  <a:pt x="381030" y="816330"/>
                  <a:pt x="394355" y="826990"/>
                  <a:pt x="405015" y="850442"/>
                </a:cubicBezTo>
                <a:cubicBezTo>
                  <a:pt x="458848" y="969243"/>
                  <a:pt x="527073" y="1079930"/>
                  <a:pt x="609511" y="1180609"/>
                </a:cubicBezTo>
                <a:cubicBezTo>
                  <a:pt x="704801" y="1296982"/>
                  <a:pt x="815192" y="1396890"/>
                  <a:pt x="948858" y="1469438"/>
                </a:cubicBezTo>
                <a:cubicBezTo>
                  <a:pt x="1009739" y="1502426"/>
                  <a:pt x="1072515" y="1529550"/>
                  <a:pt x="1138904" y="1548501"/>
                </a:cubicBezTo>
                <a:cubicBezTo>
                  <a:pt x="1147077" y="1550810"/>
                  <a:pt x="1153473" y="1553949"/>
                  <a:pt x="1157263" y="1561648"/>
                </a:cubicBezTo>
                <a:cubicBezTo>
                  <a:pt x="1163600" y="1573197"/>
                  <a:pt x="1156552" y="1582613"/>
                  <a:pt x="1151814" y="1591852"/>
                </a:cubicBezTo>
                <a:cubicBezTo>
                  <a:pt x="1116873" y="1660077"/>
                  <a:pt x="1072515" y="1719833"/>
                  <a:pt x="1004231" y="1758919"/>
                </a:cubicBezTo>
                <a:cubicBezTo>
                  <a:pt x="968994" y="1779115"/>
                  <a:pt x="938672" y="1805291"/>
                  <a:pt x="918240" y="1841299"/>
                </a:cubicBezTo>
                <a:cubicBezTo>
                  <a:pt x="913857" y="1849057"/>
                  <a:pt x="909060" y="1856400"/>
                  <a:pt x="900414" y="1860131"/>
                </a:cubicBezTo>
                <a:cubicBezTo>
                  <a:pt x="787239" y="1826315"/>
                  <a:pt x="672761" y="1797414"/>
                  <a:pt x="557455" y="1771889"/>
                </a:cubicBezTo>
                <a:cubicBezTo>
                  <a:pt x="538326" y="1767625"/>
                  <a:pt x="518545" y="1766145"/>
                  <a:pt x="499120" y="1763361"/>
                </a:cubicBezTo>
                <a:cubicBezTo>
                  <a:pt x="509543" y="1747904"/>
                  <a:pt x="519966" y="1732388"/>
                  <a:pt x="530449" y="1716990"/>
                </a:cubicBezTo>
                <a:cubicBezTo>
                  <a:pt x="558876" y="1675178"/>
                  <a:pt x="559705" y="1634137"/>
                  <a:pt x="531989" y="1590549"/>
                </a:cubicBezTo>
                <a:cubicBezTo>
                  <a:pt x="458197" y="1474295"/>
                  <a:pt x="385590" y="1357093"/>
                  <a:pt x="336672" y="1227573"/>
                </a:cubicBezTo>
                <a:cubicBezTo>
                  <a:pt x="300131" y="1130802"/>
                  <a:pt x="268210" y="1032670"/>
                  <a:pt x="273777" y="926898"/>
                </a:cubicBezTo>
                <a:cubicBezTo>
                  <a:pt x="276857" y="866965"/>
                  <a:pt x="304277" y="830839"/>
                  <a:pt x="356097" y="819823"/>
                </a:cubicBezTo>
                <a:close/>
                <a:moveTo>
                  <a:pt x="2979540" y="264066"/>
                </a:moveTo>
                <a:cubicBezTo>
                  <a:pt x="3045180" y="257426"/>
                  <a:pt x="3119790" y="283532"/>
                  <a:pt x="3160120" y="336389"/>
                </a:cubicBezTo>
                <a:lnTo>
                  <a:pt x="2918491" y="281844"/>
                </a:lnTo>
                <a:cubicBezTo>
                  <a:pt x="2936776" y="272132"/>
                  <a:pt x="2957660" y="266280"/>
                  <a:pt x="2979540" y="264066"/>
                </a:cubicBezTo>
                <a:close/>
                <a:moveTo>
                  <a:pt x="196314" y="0"/>
                </a:moveTo>
                <a:cubicBezTo>
                  <a:pt x="205375" y="7640"/>
                  <a:pt x="202296" y="18122"/>
                  <a:pt x="202533" y="27657"/>
                </a:cubicBezTo>
                <a:cubicBezTo>
                  <a:pt x="207093" y="201298"/>
                  <a:pt x="238007" y="370794"/>
                  <a:pt x="284734" y="537506"/>
                </a:cubicBezTo>
                <a:cubicBezTo>
                  <a:pt x="300665" y="594242"/>
                  <a:pt x="320682" y="649852"/>
                  <a:pt x="338804" y="705995"/>
                </a:cubicBezTo>
                <a:cubicBezTo>
                  <a:pt x="183581" y="685919"/>
                  <a:pt x="37716" y="552549"/>
                  <a:pt x="7512" y="403130"/>
                </a:cubicBezTo>
                <a:cubicBezTo>
                  <a:pt x="-24705" y="243406"/>
                  <a:pt x="48257" y="87650"/>
                  <a:pt x="196314" y="0"/>
                </a:cubicBezTo>
                <a:close/>
              </a:path>
            </a:pathLst>
          </a:custGeom>
          <a:solidFill>
            <a:srgbClr val="FC8393"/>
          </a:solidFill>
          <a:ln w="5921">
            <a:noFill/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90" name="자유형: 도형 89">
            <a:extLst>
              <a:ext uri="{FF2B5EF4-FFF2-40B4-BE49-F238E27FC236}">
                <a16:creationId xmlns:a16="http://schemas.microsoft.com/office/drawing/2014/main" id="{558799B5-F8AC-439B-ACC5-A1F7166A47F5}"/>
              </a:ext>
            </a:extLst>
          </p:cNvPr>
          <p:cNvSpPr>
            <a:spLocks noGrp="1"/>
          </p:cNvSpPr>
          <p:nvPr/>
        </p:nvSpPr>
        <p:spPr>
          <a:xfrm>
            <a:off x="3304417" y="3961873"/>
            <a:ext cx="613984" cy="714984"/>
          </a:xfrm>
          <a:custGeom>
            <a:avLst/>
            <a:gdLst>
              <a:gd name="connsiteX0" fmla="*/ 36762 w 1068683"/>
              <a:gd name="connsiteY0" fmla="*/ 1235797 h 1244480"/>
              <a:gd name="connsiteX1" fmla="*/ 31491 w 1068683"/>
              <a:gd name="connsiteY1" fmla="*/ 887567 h 1244480"/>
              <a:gd name="connsiteX2" fmla="*/ 222070 w 1068683"/>
              <a:gd name="connsiteY2" fmla="*/ 657131 h 1244480"/>
              <a:gd name="connsiteX3" fmla="*/ 492363 w 1068683"/>
              <a:gd name="connsiteY3" fmla="*/ 483075 h 1244480"/>
              <a:gd name="connsiteX4" fmla="*/ 649718 w 1068683"/>
              <a:gd name="connsiteY4" fmla="*/ 144202 h 1244480"/>
              <a:gd name="connsiteX5" fmla="*/ 655403 w 1068683"/>
              <a:gd name="connsiteY5" fmla="*/ 86164 h 1244480"/>
              <a:gd name="connsiteX6" fmla="*/ 724931 w 1068683"/>
              <a:gd name="connsiteY6" fmla="*/ 69996 h 1244480"/>
              <a:gd name="connsiteX7" fmla="*/ 758332 w 1068683"/>
              <a:gd name="connsiteY7" fmla="*/ 133660 h 1244480"/>
              <a:gd name="connsiteX8" fmla="*/ 689516 w 1068683"/>
              <a:gd name="connsiteY8" fmla="*/ 459386 h 1244480"/>
              <a:gd name="connsiteX9" fmla="*/ 785753 w 1068683"/>
              <a:gd name="connsiteY9" fmla="*/ 307183 h 1244480"/>
              <a:gd name="connsiteX10" fmla="*/ 783916 w 1068683"/>
              <a:gd name="connsiteY10" fmla="*/ 109142 h 1244480"/>
              <a:gd name="connsiteX11" fmla="*/ 803875 w 1068683"/>
              <a:gd name="connsiteY11" fmla="*/ 28185 h 1244480"/>
              <a:gd name="connsiteX12" fmla="*/ 855991 w 1068683"/>
              <a:gd name="connsiteY12" fmla="*/ 27356 h 1244480"/>
              <a:gd name="connsiteX13" fmla="*/ 905323 w 1068683"/>
              <a:gd name="connsiteY13" fmla="*/ 140057 h 1244480"/>
              <a:gd name="connsiteX14" fmla="*/ 868961 w 1068683"/>
              <a:gd name="connsiteY14" fmla="*/ 431374 h 1244480"/>
              <a:gd name="connsiteX15" fmla="*/ 866769 w 1068683"/>
              <a:gd name="connsiteY15" fmla="*/ 458557 h 1244480"/>
              <a:gd name="connsiteX16" fmla="*/ 940087 w 1068683"/>
              <a:gd name="connsiteY16" fmla="*/ 293325 h 1244480"/>
              <a:gd name="connsiteX17" fmla="*/ 920010 w 1068683"/>
              <a:gd name="connsiteY17" fmla="*/ 90250 h 1244480"/>
              <a:gd name="connsiteX18" fmla="*/ 936593 w 1068683"/>
              <a:gd name="connsiteY18" fmla="*/ 13853 h 1244480"/>
              <a:gd name="connsiteX19" fmla="*/ 1032534 w 1068683"/>
              <a:gd name="connsiteY19" fmla="*/ 18058 h 1244480"/>
              <a:gd name="connsiteX20" fmla="*/ 1068601 w 1068683"/>
              <a:gd name="connsiteY20" fmla="*/ 93448 h 1244480"/>
              <a:gd name="connsiteX21" fmla="*/ 1050300 w 1068683"/>
              <a:gd name="connsiteY21" fmla="*/ 346093 h 1244480"/>
              <a:gd name="connsiteX22" fmla="*/ 979529 w 1068683"/>
              <a:gd name="connsiteY22" fmla="*/ 501020 h 1244480"/>
              <a:gd name="connsiteX23" fmla="*/ 968099 w 1068683"/>
              <a:gd name="connsiteY23" fmla="*/ 526722 h 1244480"/>
              <a:gd name="connsiteX24" fmla="*/ 1038634 w 1068683"/>
              <a:gd name="connsiteY24" fmla="*/ 414495 h 1244480"/>
              <a:gd name="connsiteX25" fmla="*/ 982787 w 1068683"/>
              <a:gd name="connsiteY25" fmla="*/ 621183 h 1244480"/>
              <a:gd name="connsiteX26" fmla="*/ 752943 w 1068683"/>
              <a:gd name="connsiteY26" fmla="*/ 869208 h 1244480"/>
              <a:gd name="connsiteX27" fmla="*/ 563667 w 1068683"/>
              <a:gd name="connsiteY27" fmla="*/ 973499 h 1244480"/>
              <a:gd name="connsiteX28" fmla="*/ 529377 w 1068683"/>
              <a:gd name="connsiteY28" fmla="*/ 1052917 h 1244480"/>
              <a:gd name="connsiteX29" fmla="*/ 551230 w 1068683"/>
              <a:gd name="connsiteY29" fmla="*/ 1091352 h 1244480"/>
              <a:gd name="connsiteX30" fmla="*/ 560291 w 1068683"/>
              <a:gd name="connsiteY30" fmla="*/ 1124991 h 1244480"/>
              <a:gd name="connsiteX31" fmla="*/ 356979 w 1068683"/>
              <a:gd name="connsiteY31" fmla="*/ 1172784 h 1244480"/>
              <a:gd name="connsiteX32" fmla="*/ 69334 w 1068683"/>
              <a:gd name="connsiteY32" fmla="*/ 1238107 h 1244480"/>
              <a:gd name="connsiteX33" fmla="*/ 36762 w 1068683"/>
              <a:gd name="connsiteY33" fmla="*/ 1235797 h 1244480"/>
            </a:gdLst>
            <a:ahLst/>
            <a:cxnLst/>
            <a:rect l="l" t="t" r="r" b="b"/>
            <a:pathLst>
              <a:path w="1068683" h="1244480">
                <a:moveTo>
                  <a:pt x="36762" y="1235797"/>
                </a:moveTo>
                <a:cubicBezTo>
                  <a:pt x="-15828" y="1120490"/>
                  <a:pt x="-6886" y="1003229"/>
                  <a:pt x="31491" y="887567"/>
                </a:cubicBezTo>
                <a:cubicBezTo>
                  <a:pt x="64715" y="787362"/>
                  <a:pt x="125418" y="708359"/>
                  <a:pt x="222070" y="657131"/>
                </a:cubicBezTo>
                <a:cubicBezTo>
                  <a:pt x="316826" y="606910"/>
                  <a:pt x="408029" y="549701"/>
                  <a:pt x="492363" y="483075"/>
                </a:cubicBezTo>
                <a:cubicBezTo>
                  <a:pt x="601155" y="397143"/>
                  <a:pt x="655818" y="284382"/>
                  <a:pt x="649718" y="144202"/>
                </a:cubicBezTo>
                <a:cubicBezTo>
                  <a:pt x="648888" y="124659"/>
                  <a:pt x="646105" y="104878"/>
                  <a:pt x="655403" y="86164"/>
                </a:cubicBezTo>
                <a:cubicBezTo>
                  <a:pt x="670979" y="54835"/>
                  <a:pt x="696918" y="49268"/>
                  <a:pt x="724931" y="69996"/>
                </a:cubicBezTo>
                <a:cubicBezTo>
                  <a:pt x="746843" y="86164"/>
                  <a:pt x="756437" y="104997"/>
                  <a:pt x="758332" y="133660"/>
                </a:cubicBezTo>
                <a:cubicBezTo>
                  <a:pt x="765676" y="247901"/>
                  <a:pt x="755608" y="357641"/>
                  <a:pt x="689516" y="459386"/>
                </a:cubicBezTo>
                <a:cubicBezTo>
                  <a:pt x="727003" y="434216"/>
                  <a:pt x="767986" y="368301"/>
                  <a:pt x="785753" y="307183"/>
                </a:cubicBezTo>
                <a:cubicBezTo>
                  <a:pt x="804941" y="241031"/>
                  <a:pt x="804881" y="174465"/>
                  <a:pt x="783916" y="109142"/>
                </a:cubicBezTo>
                <a:cubicBezTo>
                  <a:pt x="773375" y="76273"/>
                  <a:pt x="784153" y="51459"/>
                  <a:pt x="803875" y="28185"/>
                </a:cubicBezTo>
                <a:cubicBezTo>
                  <a:pt x="821819" y="6983"/>
                  <a:pt x="836151" y="7042"/>
                  <a:pt x="855991" y="27356"/>
                </a:cubicBezTo>
                <a:cubicBezTo>
                  <a:pt x="886550" y="58566"/>
                  <a:pt x="902658" y="95107"/>
                  <a:pt x="905323" y="140057"/>
                </a:cubicBezTo>
                <a:cubicBezTo>
                  <a:pt x="911186" y="239729"/>
                  <a:pt x="900289" y="336617"/>
                  <a:pt x="868961" y="431374"/>
                </a:cubicBezTo>
                <a:cubicBezTo>
                  <a:pt x="866414" y="439132"/>
                  <a:pt x="859485" y="446712"/>
                  <a:pt x="866769" y="458557"/>
                </a:cubicBezTo>
                <a:cubicBezTo>
                  <a:pt x="908581" y="410113"/>
                  <a:pt x="928242" y="353377"/>
                  <a:pt x="940087" y="293325"/>
                </a:cubicBezTo>
                <a:cubicBezTo>
                  <a:pt x="953827" y="223738"/>
                  <a:pt x="944706" y="156165"/>
                  <a:pt x="920010" y="90250"/>
                </a:cubicBezTo>
                <a:cubicBezTo>
                  <a:pt x="906863" y="55072"/>
                  <a:pt x="912607" y="29665"/>
                  <a:pt x="936593" y="13853"/>
                </a:cubicBezTo>
                <a:cubicBezTo>
                  <a:pt x="966796" y="-6046"/>
                  <a:pt x="1008430" y="-4388"/>
                  <a:pt x="1032534" y="18058"/>
                </a:cubicBezTo>
                <a:cubicBezTo>
                  <a:pt x="1054387" y="38430"/>
                  <a:pt x="1069963" y="65317"/>
                  <a:pt x="1068601" y="93448"/>
                </a:cubicBezTo>
                <a:cubicBezTo>
                  <a:pt x="1064395" y="177781"/>
                  <a:pt x="1072924" y="263654"/>
                  <a:pt x="1050300" y="346093"/>
                </a:cubicBezTo>
                <a:cubicBezTo>
                  <a:pt x="1035258" y="400874"/>
                  <a:pt x="1008727" y="451924"/>
                  <a:pt x="979529" y="501020"/>
                </a:cubicBezTo>
                <a:cubicBezTo>
                  <a:pt x="974791" y="509015"/>
                  <a:pt x="970054" y="517010"/>
                  <a:pt x="968099" y="526722"/>
                </a:cubicBezTo>
                <a:cubicBezTo>
                  <a:pt x="1002508" y="496400"/>
                  <a:pt x="1015774" y="452516"/>
                  <a:pt x="1038634" y="414495"/>
                </a:cubicBezTo>
                <a:cubicBezTo>
                  <a:pt x="1040233" y="489116"/>
                  <a:pt x="1020038" y="557222"/>
                  <a:pt x="982787" y="621183"/>
                </a:cubicBezTo>
                <a:cubicBezTo>
                  <a:pt x="924630" y="721151"/>
                  <a:pt x="841244" y="797311"/>
                  <a:pt x="752943" y="869208"/>
                </a:cubicBezTo>
                <a:cubicBezTo>
                  <a:pt x="696089" y="915520"/>
                  <a:pt x="637754" y="957213"/>
                  <a:pt x="563667" y="973499"/>
                </a:cubicBezTo>
                <a:cubicBezTo>
                  <a:pt x="521678" y="982738"/>
                  <a:pt x="510663" y="1013593"/>
                  <a:pt x="529377" y="1052917"/>
                </a:cubicBezTo>
                <a:cubicBezTo>
                  <a:pt x="535714" y="1066183"/>
                  <a:pt x="543887" y="1078560"/>
                  <a:pt x="551230" y="1091352"/>
                </a:cubicBezTo>
                <a:cubicBezTo>
                  <a:pt x="558159" y="1101539"/>
                  <a:pt x="566095" y="1111429"/>
                  <a:pt x="560291" y="1124991"/>
                </a:cubicBezTo>
                <a:cubicBezTo>
                  <a:pt x="494021" y="1147259"/>
                  <a:pt x="424730" y="1156853"/>
                  <a:pt x="356979" y="1172784"/>
                </a:cubicBezTo>
                <a:cubicBezTo>
                  <a:pt x="261275" y="1195288"/>
                  <a:pt x="165216" y="1216372"/>
                  <a:pt x="69334" y="1238107"/>
                </a:cubicBezTo>
                <a:cubicBezTo>
                  <a:pt x="57726" y="1245746"/>
                  <a:pt x="46711" y="1248234"/>
                  <a:pt x="36762" y="1235797"/>
                </a:cubicBezTo>
                <a:close/>
              </a:path>
            </a:pathLst>
          </a:custGeom>
          <a:solidFill>
            <a:srgbClr val="FEA9B3"/>
          </a:solidFill>
          <a:ln w="5921">
            <a:noFill/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80" name="자유형: 도형 79">
            <a:extLst>
              <a:ext uri="{FF2B5EF4-FFF2-40B4-BE49-F238E27FC236}">
                <a16:creationId xmlns:a16="http://schemas.microsoft.com/office/drawing/2014/main" id="{9DD8BCD9-018D-46F9-A78D-A0D9D1DAD9BD}"/>
              </a:ext>
            </a:extLst>
          </p:cNvPr>
          <p:cNvSpPr>
            <a:spLocks noGrp="1"/>
          </p:cNvSpPr>
          <p:nvPr/>
        </p:nvSpPr>
        <p:spPr>
          <a:xfrm>
            <a:off x="335393" y="4027334"/>
            <a:ext cx="3339206" cy="1395022"/>
          </a:xfrm>
          <a:custGeom>
            <a:avLst/>
            <a:gdLst>
              <a:gd name="connsiteX0" fmla="*/ 5770668 w 5812123"/>
              <a:gd name="connsiteY0" fmla="*/ 2132080 h 2428134"/>
              <a:gd name="connsiteX1" fmla="*/ 3935708 w 5812123"/>
              <a:gd name="connsiteY1" fmla="*/ 2132080 h 2428134"/>
              <a:gd name="connsiteX2" fmla="*/ 3946606 w 5812123"/>
              <a:gd name="connsiteY2" fmla="*/ 2070251 h 2428134"/>
              <a:gd name="connsiteX3" fmla="*/ 3087875 w 5812123"/>
              <a:gd name="connsiteY3" fmla="*/ 180274 h 2428134"/>
              <a:gd name="connsiteX4" fmla="*/ 2759544 w 5812123"/>
              <a:gd name="connsiteY4" fmla="*/ 0 h 2428134"/>
              <a:gd name="connsiteX5" fmla="*/ 176719 w 5812123"/>
              <a:gd name="connsiteY5" fmla="*/ 0 h 2428134"/>
              <a:gd name="connsiteX6" fmla="*/ 8289 w 5812123"/>
              <a:gd name="connsiteY6" fmla="*/ 201358 h 2428134"/>
              <a:gd name="connsiteX7" fmla="*/ 884787 w 5812123"/>
              <a:gd name="connsiteY7" fmla="*/ 2070192 h 2428134"/>
              <a:gd name="connsiteX8" fmla="*/ 1124284 w 5812123"/>
              <a:gd name="connsiteY8" fmla="*/ 2250466 h 2428134"/>
              <a:gd name="connsiteX9" fmla="*/ 1151289 w 5812123"/>
              <a:gd name="connsiteY9" fmla="*/ 2250466 h 2428134"/>
              <a:gd name="connsiteX10" fmla="*/ 1151289 w 5812123"/>
              <a:gd name="connsiteY10" fmla="*/ 2342262 h 2428134"/>
              <a:gd name="connsiteX11" fmla="*/ 1231240 w 5812123"/>
              <a:gd name="connsiteY11" fmla="*/ 2422213 h 2428134"/>
              <a:gd name="connsiteX12" fmla="*/ 3786704 w 5812123"/>
              <a:gd name="connsiteY12" fmla="*/ 2422213 h 2428134"/>
              <a:gd name="connsiteX13" fmla="*/ 3786704 w 5812123"/>
              <a:gd name="connsiteY13" fmla="*/ 2420673 h 2428134"/>
              <a:gd name="connsiteX14" fmla="*/ 3810393 w 5812123"/>
              <a:gd name="connsiteY14" fmla="*/ 2428135 h 2428134"/>
              <a:gd name="connsiteX15" fmla="*/ 5770668 w 5812123"/>
              <a:gd name="connsiteY15" fmla="*/ 2428135 h 2428134"/>
              <a:gd name="connsiteX16" fmla="*/ 5812124 w 5812123"/>
              <a:gd name="connsiteY16" fmla="*/ 2386679 h 2428134"/>
              <a:gd name="connsiteX17" fmla="*/ 5812124 w 5812123"/>
              <a:gd name="connsiteY17" fmla="*/ 2173477 h 2428134"/>
              <a:gd name="connsiteX18" fmla="*/ 5770668 w 5812123"/>
              <a:gd name="connsiteY18" fmla="*/ 2132080 h 2428134"/>
              <a:gd name="connsiteX19" fmla="*/ 3768937 w 5812123"/>
              <a:gd name="connsiteY19" fmla="*/ 2250466 h 2428134"/>
              <a:gd name="connsiteX20" fmla="*/ 3768937 w 5812123"/>
              <a:gd name="connsiteY20" fmla="*/ 2250526 h 2428134"/>
              <a:gd name="connsiteX21" fmla="*/ 3766331 w 5812123"/>
              <a:gd name="connsiteY21" fmla="*/ 2250526 h 2428134"/>
              <a:gd name="connsiteX22" fmla="*/ 3768937 w 5812123"/>
              <a:gd name="connsiteY22" fmla="*/ 2250466 h 2428134"/>
            </a:gdLst>
            <a:ahLst/>
            <a:cxnLst/>
            <a:rect l="l" t="t" r="r" b="b"/>
            <a:pathLst>
              <a:path w="5812123" h="2428134">
                <a:moveTo>
                  <a:pt x="5770668" y="2132080"/>
                </a:moveTo>
                <a:lnTo>
                  <a:pt x="3935708" y="2132080"/>
                </a:lnTo>
                <a:cubicBezTo>
                  <a:pt x="3942756" y="2112773"/>
                  <a:pt x="3946606" y="2091986"/>
                  <a:pt x="3946606" y="2070251"/>
                </a:cubicBezTo>
                <a:lnTo>
                  <a:pt x="3087875" y="180274"/>
                </a:lnTo>
                <a:cubicBezTo>
                  <a:pt x="3046419" y="71067"/>
                  <a:pt x="2933896" y="17767"/>
                  <a:pt x="2759544" y="0"/>
                </a:cubicBezTo>
                <a:lnTo>
                  <a:pt x="176719" y="0"/>
                </a:lnTo>
                <a:cubicBezTo>
                  <a:pt x="55667" y="0"/>
                  <a:pt x="-27245" y="109918"/>
                  <a:pt x="8289" y="201358"/>
                </a:cubicBezTo>
                <a:lnTo>
                  <a:pt x="884787" y="2070192"/>
                </a:lnTo>
                <a:cubicBezTo>
                  <a:pt x="959940" y="2209839"/>
                  <a:pt x="1062633" y="2239510"/>
                  <a:pt x="1124284" y="2250466"/>
                </a:cubicBezTo>
                <a:lnTo>
                  <a:pt x="1151289" y="2250466"/>
                </a:lnTo>
                <a:lnTo>
                  <a:pt x="1151289" y="2342262"/>
                </a:lnTo>
                <a:cubicBezTo>
                  <a:pt x="1151289" y="2386442"/>
                  <a:pt x="1187060" y="2422213"/>
                  <a:pt x="1231240" y="2422213"/>
                </a:cubicBezTo>
                <a:lnTo>
                  <a:pt x="3786704" y="2422213"/>
                </a:lnTo>
                <a:lnTo>
                  <a:pt x="3786704" y="2420673"/>
                </a:lnTo>
                <a:cubicBezTo>
                  <a:pt x="3793396" y="2425351"/>
                  <a:pt x="3801569" y="2428135"/>
                  <a:pt x="3810393" y="2428135"/>
                </a:cubicBezTo>
                <a:lnTo>
                  <a:pt x="5770668" y="2428135"/>
                </a:lnTo>
                <a:cubicBezTo>
                  <a:pt x="5793587" y="2428135"/>
                  <a:pt x="5812124" y="2409598"/>
                  <a:pt x="5812124" y="2386679"/>
                </a:cubicBezTo>
                <a:lnTo>
                  <a:pt x="5812124" y="2173477"/>
                </a:lnTo>
                <a:cubicBezTo>
                  <a:pt x="5812124" y="2150617"/>
                  <a:pt x="5793587" y="2132080"/>
                  <a:pt x="5770668" y="2132080"/>
                </a:cubicBezTo>
                <a:close/>
                <a:moveTo>
                  <a:pt x="3768937" y="2250466"/>
                </a:moveTo>
                <a:lnTo>
                  <a:pt x="3768937" y="2250526"/>
                </a:lnTo>
                <a:lnTo>
                  <a:pt x="3766331" y="2250526"/>
                </a:lnTo>
                <a:cubicBezTo>
                  <a:pt x="3767219" y="2250526"/>
                  <a:pt x="3768049" y="2250466"/>
                  <a:pt x="3768937" y="2250466"/>
                </a:cubicBezTo>
                <a:close/>
              </a:path>
            </a:pathLst>
          </a:custGeom>
          <a:solidFill>
            <a:srgbClr val="090B55"/>
          </a:solidFill>
          <a:ln w="5921">
            <a:noFill/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81" name="자유형: 도형 80">
            <a:extLst>
              <a:ext uri="{FF2B5EF4-FFF2-40B4-BE49-F238E27FC236}">
                <a16:creationId xmlns:a16="http://schemas.microsoft.com/office/drawing/2014/main" id="{D1E2F3B0-3BA5-4527-A618-FA9517EA2D8F}"/>
              </a:ext>
            </a:extLst>
          </p:cNvPr>
          <p:cNvSpPr>
            <a:spLocks noGrp="1"/>
          </p:cNvSpPr>
          <p:nvPr/>
        </p:nvSpPr>
        <p:spPr>
          <a:xfrm>
            <a:off x="2521154" y="5259071"/>
            <a:ext cx="1146640" cy="153111"/>
          </a:xfrm>
          <a:custGeom>
            <a:avLst/>
            <a:gdLst>
              <a:gd name="connsiteX0" fmla="*/ 1954352 w 1995808"/>
              <a:gd name="connsiteY0" fmla="*/ 266503 h 266502"/>
              <a:gd name="connsiteX1" fmla="*/ 41456 w 1995808"/>
              <a:gd name="connsiteY1" fmla="*/ 266503 h 266502"/>
              <a:gd name="connsiteX2" fmla="*/ 0 w 1995808"/>
              <a:gd name="connsiteY2" fmla="*/ 225047 h 266502"/>
              <a:gd name="connsiteX3" fmla="*/ 0 w 1995808"/>
              <a:gd name="connsiteY3" fmla="*/ 41456 h 266502"/>
              <a:gd name="connsiteX4" fmla="*/ 41456 w 1995808"/>
              <a:gd name="connsiteY4" fmla="*/ 0 h 266502"/>
              <a:gd name="connsiteX5" fmla="*/ 1954352 w 1995808"/>
              <a:gd name="connsiteY5" fmla="*/ 0 h 266502"/>
              <a:gd name="connsiteX6" fmla="*/ 1995808 w 1995808"/>
              <a:gd name="connsiteY6" fmla="*/ 41456 h 266502"/>
              <a:gd name="connsiteX7" fmla="*/ 1995808 w 1995808"/>
              <a:gd name="connsiteY7" fmla="*/ 225047 h 266502"/>
              <a:gd name="connsiteX8" fmla="*/ 1954352 w 1995808"/>
              <a:gd name="connsiteY8" fmla="*/ 266503 h 266502"/>
            </a:gdLst>
            <a:ahLst/>
            <a:cxnLst/>
            <a:rect l="l" t="t" r="r" b="b"/>
            <a:pathLst>
              <a:path w="1995808" h="266502">
                <a:moveTo>
                  <a:pt x="1954352" y="266503"/>
                </a:moveTo>
                <a:lnTo>
                  <a:pt x="41456" y="266503"/>
                </a:lnTo>
                <a:cubicBezTo>
                  <a:pt x="18537" y="266503"/>
                  <a:pt x="0" y="247966"/>
                  <a:pt x="0" y="225047"/>
                </a:cubicBezTo>
                <a:lnTo>
                  <a:pt x="0" y="41456"/>
                </a:lnTo>
                <a:cubicBezTo>
                  <a:pt x="0" y="18536"/>
                  <a:pt x="18537" y="0"/>
                  <a:pt x="41456" y="0"/>
                </a:cubicBezTo>
                <a:lnTo>
                  <a:pt x="1954352" y="0"/>
                </a:lnTo>
                <a:cubicBezTo>
                  <a:pt x="1977272" y="0"/>
                  <a:pt x="1995808" y="18536"/>
                  <a:pt x="1995808" y="41456"/>
                </a:cubicBezTo>
                <a:lnTo>
                  <a:pt x="1995808" y="225047"/>
                </a:lnTo>
                <a:cubicBezTo>
                  <a:pt x="1995808" y="247966"/>
                  <a:pt x="1977272" y="266503"/>
                  <a:pt x="1954352" y="266503"/>
                </a:cubicBezTo>
                <a:close/>
              </a:path>
            </a:pathLst>
          </a:custGeom>
          <a:solidFill>
            <a:srgbClr val="D6DAF3"/>
          </a:solidFill>
          <a:ln w="5921">
            <a:noFill/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82" name="자유형: 도형 81">
            <a:extLst>
              <a:ext uri="{FF2B5EF4-FFF2-40B4-BE49-F238E27FC236}">
                <a16:creationId xmlns:a16="http://schemas.microsoft.com/office/drawing/2014/main" id="{C3448756-28A1-4384-835A-DF48350273AE}"/>
              </a:ext>
            </a:extLst>
          </p:cNvPr>
          <p:cNvSpPr>
            <a:spLocks noGrp="1"/>
          </p:cNvSpPr>
          <p:nvPr/>
        </p:nvSpPr>
        <p:spPr>
          <a:xfrm>
            <a:off x="352406" y="4037541"/>
            <a:ext cx="2239809" cy="1262325"/>
          </a:xfrm>
          <a:custGeom>
            <a:avLst/>
            <a:gdLst>
              <a:gd name="connsiteX0" fmla="*/ 3757090 w 3898545"/>
              <a:gd name="connsiteY0" fmla="*/ 2155769 h 2197165"/>
              <a:gd name="connsiteX1" fmla="*/ 3798546 w 3898545"/>
              <a:gd name="connsiteY1" fmla="*/ 2114313 h 2197165"/>
              <a:gd name="connsiteX2" fmla="*/ 3886136 w 3898545"/>
              <a:gd name="connsiteY2" fmla="*/ 2114313 h 2197165"/>
              <a:gd name="connsiteX3" fmla="*/ 3891466 w 3898545"/>
              <a:gd name="connsiteY3" fmla="*/ 2034007 h 2197165"/>
              <a:gd name="connsiteX4" fmla="*/ 3039842 w 3898545"/>
              <a:gd name="connsiteY4" fmla="*/ 175063 h 2197165"/>
              <a:gd name="connsiteX5" fmla="*/ 2721046 w 3898545"/>
              <a:gd name="connsiteY5" fmla="*/ 0 h 2197165"/>
              <a:gd name="connsiteX6" fmla="*/ 177427 w 3898545"/>
              <a:gd name="connsiteY6" fmla="*/ 0 h 2197165"/>
              <a:gd name="connsiteX7" fmla="*/ 8286 w 3898545"/>
              <a:gd name="connsiteY7" fmla="*/ 189513 h 2197165"/>
              <a:gd name="connsiteX8" fmla="*/ 865003 w 3898545"/>
              <a:gd name="connsiteY8" fmla="*/ 2010259 h 2197165"/>
              <a:gd name="connsiteX9" fmla="*/ 1115338 w 3898545"/>
              <a:gd name="connsiteY9" fmla="*/ 2197166 h 2197165"/>
              <a:gd name="connsiteX10" fmla="*/ 3734229 w 3898545"/>
              <a:gd name="connsiteY10" fmla="*/ 2197166 h 2197165"/>
              <a:gd name="connsiteX11" fmla="*/ 3757090 w 3898545"/>
              <a:gd name="connsiteY11" fmla="*/ 2196041 h 2197165"/>
              <a:gd name="connsiteX12" fmla="*/ 3757090 w 3898545"/>
              <a:gd name="connsiteY12" fmla="*/ 2155769 h 2197165"/>
            </a:gdLst>
            <a:ahLst/>
            <a:cxnLst/>
            <a:rect l="l" t="t" r="r" b="b"/>
            <a:pathLst>
              <a:path w="3898545" h="2197165">
                <a:moveTo>
                  <a:pt x="3757090" y="2155769"/>
                </a:moveTo>
                <a:cubicBezTo>
                  <a:pt x="3757090" y="2132850"/>
                  <a:pt x="3775627" y="2114313"/>
                  <a:pt x="3798546" y="2114313"/>
                </a:cubicBezTo>
                <a:lnTo>
                  <a:pt x="3886136" y="2114313"/>
                </a:lnTo>
                <a:cubicBezTo>
                  <a:pt x="3901060" y="2083991"/>
                  <a:pt x="3902126" y="2052662"/>
                  <a:pt x="3891466" y="2034007"/>
                </a:cubicBezTo>
                <a:lnTo>
                  <a:pt x="3039842" y="175063"/>
                </a:lnTo>
                <a:cubicBezTo>
                  <a:pt x="2999571" y="69054"/>
                  <a:pt x="2890305" y="17293"/>
                  <a:pt x="2721046" y="0"/>
                </a:cubicBezTo>
                <a:lnTo>
                  <a:pt x="177427" y="0"/>
                </a:lnTo>
                <a:cubicBezTo>
                  <a:pt x="55665" y="0"/>
                  <a:pt x="-27247" y="106601"/>
                  <a:pt x="8286" y="189513"/>
                </a:cubicBezTo>
                <a:lnTo>
                  <a:pt x="865003" y="2010259"/>
                </a:lnTo>
                <a:cubicBezTo>
                  <a:pt x="893786" y="2099034"/>
                  <a:pt x="1050608" y="2197166"/>
                  <a:pt x="1115338" y="2197166"/>
                </a:cubicBezTo>
                <a:lnTo>
                  <a:pt x="3734229" y="2197166"/>
                </a:lnTo>
                <a:cubicBezTo>
                  <a:pt x="3742165" y="2197166"/>
                  <a:pt x="3749805" y="2196751"/>
                  <a:pt x="3757090" y="2196041"/>
                </a:cubicBezTo>
                <a:lnTo>
                  <a:pt x="3757090" y="2155769"/>
                </a:lnTo>
                <a:close/>
              </a:path>
            </a:pathLst>
          </a:custGeom>
          <a:solidFill>
            <a:srgbClr val="D6DAF3"/>
          </a:solidFill>
          <a:ln w="5921">
            <a:noFill/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83" name="자유형: 도형 82">
            <a:extLst>
              <a:ext uri="{FF2B5EF4-FFF2-40B4-BE49-F238E27FC236}">
                <a16:creationId xmlns:a16="http://schemas.microsoft.com/office/drawing/2014/main" id="{A61B01C9-C453-4DC5-8D50-7F6779BB4F69}"/>
              </a:ext>
            </a:extLst>
          </p:cNvPr>
          <p:cNvSpPr>
            <a:spLocks noGrp="1"/>
          </p:cNvSpPr>
          <p:nvPr/>
        </p:nvSpPr>
        <p:spPr>
          <a:xfrm>
            <a:off x="1259609" y="4557806"/>
            <a:ext cx="240506" cy="286398"/>
          </a:xfrm>
          <a:custGeom>
            <a:avLst/>
            <a:gdLst>
              <a:gd name="connsiteX0" fmla="*/ 222800 w 418619"/>
              <a:gd name="connsiteY0" fmla="*/ 498496 h 498496"/>
              <a:gd name="connsiteX1" fmla="*/ 54192 w 418619"/>
              <a:gd name="connsiteY1" fmla="*/ 395686 h 498496"/>
              <a:gd name="connsiteX2" fmla="*/ 42229 w 418619"/>
              <a:gd name="connsiteY2" fmla="*/ 78903 h 498496"/>
              <a:gd name="connsiteX3" fmla="*/ 307962 w 418619"/>
              <a:gd name="connsiteY3" fmla="*/ 45560 h 498496"/>
              <a:gd name="connsiteX4" fmla="*/ 418472 w 418619"/>
              <a:gd name="connsiteY4" fmla="*/ 268534 h 498496"/>
              <a:gd name="connsiteX5" fmla="*/ 274738 w 418619"/>
              <a:gd name="connsiteY5" fmla="*/ 493996 h 498496"/>
              <a:gd name="connsiteX6" fmla="*/ 222800 w 418619"/>
              <a:gd name="connsiteY6" fmla="*/ 498496 h 498496"/>
            </a:gdLst>
            <a:ahLst/>
            <a:cxnLst/>
            <a:rect l="l" t="t" r="r" b="b"/>
            <a:pathLst>
              <a:path w="418619" h="498496">
                <a:moveTo>
                  <a:pt x="222800" y="498496"/>
                </a:moveTo>
                <a:cubicBezTo>
                  <a:pt x="153805" y="495121"/>
                  <a:pt x="98669" y="455501"/>
                  <a:pt x="54192" y="395686"/>
                </a:cubicBezTo>
                <a:cubicBezTo>
                  <a:pt x="-12670" y="305904"/>
                  <a:pt x="-18829" y="169514"/>
                  <a:pt x="42229" y="78903"/>
                </a:cubicBezTo>
                <a:cubicBezTo>
                  <a:pt x="103999" y="-12715"/>
                  <a:pt x="220608" y="-25507"/>
                  <a:pt x="307962" y="45560"/>
                </a:cubicBezTo>
                <a:cubicBezTo>
                  <a:pt x="378437" y="102888"/>
                  <a:pt x="415570" y="179286"/>
                  <a:pt x="418472" y="268534"/>
                </a:cubicBezTo>
                <a:cubicBezTo>
                  <a:pt x="421314" y="357369"/>
                  <a:pt x="383471" y="465332"/>
                  <a:pt x="274738" y="493996"/>
                </a:cubicBezTo>
                <a:cubicBezTo>
                  <a:pt x="259932" y="497904"/>
                  <a:pt x="245482" y="496720"/>
                  <a:pt x="222800" y="498496"/>
                </a:cubicBezTo>
                <a:close/>
              </a:path>
            </a:pathLst>
          </a:custGeom>
          <a:solidFill>
            <a:srgbClr val="FEFEFE"/>
          </a:solidFill>
          <a:ln w="5921">
            <a:noFill/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76" name="자유형: 도형 75">
            <a:extLst>
              <a:ext uri="{FF2B5EF4-FFF2-40B4-BE49-F238E27FC236}">
                <a16:creationId xmlns:a16="http://schemas.microsoft.com/office/drawing/2014/main" id="{6777429C-1BC0-4844-8256-0E2B4C2C8339}"/>
              </a:ext>
            </a:extLst>
          </p:cNvPr>
          <p:cNvSpPr>
            <a:spLocks noGrp="1"/>
          </p:cNvSpPr>
          <p:nvPr/>
        </p:nvSpPr>
        <p:spPr>
          <a:xfrm>
            <a:off x="3375234" y="5276814"/>
            <a:ext cx="1518982" cy="677216"/>
          </a:xfrm>
          <a:custGeom>
            <a:avLst/>
            <a:gdLst>
              <a:gd name="connsiteX0" fmla="*/ 2600794 w 2643896"/>
              <a:gd name="connsiteY0" fmla="*/ 56470 h 1178742"/>
              <a:gd name="connsiteX1" fmla="*/ 2603104 w 2643896"/>
              <a:gd name="connsiteY1" fmla="*/ 356907 h 1178742"/>
              <a:gd name="connsiteX2" fmla="*/ 2454692 w 2643896"/>
              <a:gd name="connsiteY2" fmla="*/ 468897 h 1178742"/>
              <a:gd name="connsiteX3" fmla="*/ 1180572 w 2643896"/>
              <a:gd name="connsiteY3" fmla="*/ 1177617 h 1178742"/>
              <a:gd name="connsiteX4" fmla="*/ 1103642 w 2643896"/>
              <a:gd name="connsiteY4" fmla="*/ 1165713 h 1178742"/>
              <a:gd name="connsiteX5" fmla="*/ 81752 w 2643896"/>
              <a:gd name="connsiteY5" fmla="*/ 838447 h 1178742"/>
              <a:gd name="connsiteX6" fmla="*/ 24010 w 2643896"/>
              <a:gd name="connsiteY6" fmla="*/ 808185 h 1178742"/>
              <a:gd name="connsiteX7" fmla="*/ 17555 w 2643896"/>
              <a:gd name="connsiteY7" fmla="*/ 750916 h 1178742"/>
              <a:gd name="connsiteX8" fmla="*/ 195223 w 2643896"/>
              <a:gd name="connsiteY8" fmla="*/ 756838 h 1178742"/>
              <a:gd name="connsiteX9" fmla="*/ 1119099 w 2643896"/>
              <a:gd name="connsiteY9" fmla="*/ 1041108 h 1178742"/>
              <a:gd name="connsiteX10" fmla="*/ 1154633 w 2643896"/>
              <a:gd name="connsiteY10" fmla="*/ 1047030 h 1178742"/>
              <a:gd name="connsiteX11" fmla="*/ 1184244 w 2643896"/>
              <a:gd name="connsiteY11" fmla="*/ 1011496 h 1178742"/>
              <a:gd name="connsiteX12" fmla="*/ 1136866 w 2643896"/>
              <a:gd name="connsiteY12" fmla="*/ 685771 h 1178742"/>
              <a:gd name="connsiteX13" fmla="*/ 17555 w 2643896"/>
              <a:gd name="connsiteY13" fmla="*/ 348201 h 1178742"/>
              <a:gd name="connsiteX14" fmla="*/ 17140 w 2643896"/>
              <a:gd name="connsiteY14" fmla="*/ 276245 h 1178742"/>
              <a:gd name="connsiteX15" fmla="*/ 17081 w 2643896"/>
              <a:gd name="connsiteY15" fmla="*/ 276008 h 1178742"/>
              <a:gd name="connsiteX16" fmla="*/ 112311 w 2643896"/>
              <a:gd name="connsiteY16" fmla="*/ 306745 h 1178742"/>
              <a:gd name="connsiteX17" fmla="*/ 1148710 w 2643896"/>
              <a:gd name="connsiteY17" fmla="*/ 632470 h 1178742"/>
              <a:gd name="connsiteX18" fmla="*/ 1225700 w 2643896"/>
              <a:gd name="connsiteY18" fmla="*/ 632470 h 1178742"/>
              <a:gd name="connsiteX19" fmla="*/ 2498990 w 2643896"/>
              <a:gd name="connsiteY19" fmla="*/ 4709 h 1178742"/>
              <a:gd name="connsiteX20" fmla="*/ 2600794 w 2643896"/>
              <a:gd name="connsiteY20" fmla="*/ 56470 h 1178742"/>
            </a:gdLst>
            <a:ahLst/>
            <a:cxnLst/>
            <a:rect l="l" t="t" r="r" b="b"/>
            <a:pathLst>
              <a:path w="2643896" h="1178742">
                <a:moveTo>
                  <a:pt x="2600794" y="56470"/>
                </a:moveTo>
                <a:cubicBezTo>
                  <a:pt x="2662445" y="133755"/>
                  <a:pt x="2653207" y="291702"/>
                  <a:pt x="2603104" y="356907"/>
                </a:cubicBezTo>
                <a:cubicBezTo>
                  <a:pt x="2565083" y="406417"/>
                  <a:pt x="2509117" y="438279"/>
                  <a:pt x="2454692" y="468897"/>
                </a:cubicBezTo>
                <a:cubicBezTo>
                  <a:pt x="2048068" y="697615"/>
                  <a:pt x="1200057" y="1174478"/>
                  <a:pt x="1180572" y="1177617"/>
                </a:cubicBezTo>
                <a:cubicBezTo>
                  <a:pt x="1154692" y="1181762"/>
                  <a:pt x="1128634" y="1173708"/>
                  <a:pt x="1103642" y="1165713"/>
                </a:cubicBezTo>
                <a:cubicBezTo>
                  <a:pt x="762992" y="1056624"/>
                  <a:pt x="422402" y="947536"/>
                  <a:pt x="81752" y="838447"/>
                </a:cubicBezTo>
                <a:cubicBezTo>
                  <a:pt x="60787" y="831755"/>
                  <a:pt x="38875" y="824412"/>
                  <a:pt x="24010" y="808185"/>
                </a:cubicBezTo>
                <a:cubicBezTo>
                  <a:pt x="9204" y="791958"/>
                  <a:pt x="2157" y="776737"/>
                  <a:pt x="17555" y="750916"/>
                </a:cubicBezTo>
                <a:cubicBezTo>
                  <a:pt x="53088" y="697615"/>
                  <a:pt x="135290" y="738183"/>
                  <a:pt x="195223" y="756838"/>
                </a:cubicBezTo>
                <a:cubicBezTo>
                  <a:pt x="498859" y="851240"/>
                  <a:pt x="815463" y="946707"/>
                  <a:pt x="1119099" y="1041108"/>
                </a:cubicBezTo>
                <a:cubicBezTo>
                  <a:pt x="1132720" y="1045313"/>
                  <a:pt x="1141722" y="1053071"/>
                  <a:pt x="1154633" y="1047030"/>
                </a:cubicBezTo>
                <a:cubicBezTo>
                  <a:pt x="1164937" y="1042233"/>
                  <a:pt x="1178499" y="1021268"/>
                  <a:pt x="1184244" y="1011496"/>
                </a:cubicBezTo>
                <a:cubicBezTo>
                  <a:pt x="1243467" y="910817"/>
                  <a:pt x="1213855" y="709460"/>
                  <a:pt x="1136866" y="685771"/>
                </a:cubicBezTo>
                <a:cubicBezTo>
                  <a:pt x="942200" y="625897"/>
                  <a:pt x="38875" y="359987"/>
                  <a:pt x="17555" y="348201"/>
                </a:cubicBezTo>
                <a:cubicBezTo>
                  <a:pt x="-5424" y="335527"/>
                  <a:pt x="-6134" y="294900"/>
                  <a:pt x="17140" y="276245"/>
                </a:cubicBezTo>
                <a:lnTo>
                  <a:pt x="17081" y="276008"/>
                </a:lnTo>
                <a:cubicBezTo>
                  <a:pt x="59011" y="288978"/>
                  <a:pt x="87319" y="298809"/>
                  <a:pt x="112311" y="306745"/>
                </a:cubicBezTo>
                <a:cubicBezTo>
                  <a:pt x="310530" y="369640"/>
                  <a:pt x="991829" y="582605"/>
                  <a:pt x="1148710" y="632470"/>
                </a:cubicBezTo>
                <a:cubicBezTo>
                  <a:pt x="1168846" y="638867"/>
                  <a:pt x="1207045" y="642242"/>
                  <a:pt x="1225700" y="632470"/>
                </a:cubicBezTo>
                <a:cubicBezTo>
                  <a:pt x="1445002" y="517578"/>
                  <a:pt x="2346254" y="79803"/>
                  <a:pt x="2498990" y="4709"/>
                </a:cubicBezTo>
                <a:cubicBezTo>
                  <a:pt x="2537485" y="-14242"/>
                  <a:pt x="2578349" y="28280"/>
                  <a:pt x="2600794" y="56470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 w="5921">
            <a:noFill/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77" name="자유형: 도형 76">
            <a:extLst>
              <a:ext uri="{FF2B5EF4-FFF2-40B4-BE49-F238E27FC236}">
                <a16:creationId xmlns:a16="http://schemas.microsoft.com/office/drawing/2014/main" id="{DF2F3171-57A3-4991-A9A9-D2E43D97EA08}"/>
              </a:ext>
            </a:extLst>
          </p:cNvPr>
          <p:cNvSpPr>
            <a:spLocks noGrp="1"/>
          </p:cNvSpPr>
          <p:nvPr/>
        </p:nvSpPr>
        <p:spPr>
          <a:xfrm>
            <a:off x="3383584" y="5106290"/>
            <a:ext cx="1430850" cy="539413"/>
          </a:xfrm>
          <a:custGeom>
            <a:avLst/>
            <a:gdLst>
              <a:gd name="connsiteX0" fmla="*/ 1484064 w 2490496"/>
              <a:gd name="connsiteY0" fmla="*/ 11920 h 938887"/>
              <a:gd name="connsiteX1" fmla="*/ 1593982 w 2490496"/>
              <a:gd name="connsiteY1" fmla="*/ 9137 h 938887"/>
              <a:gd name="connsiteX2" fmla="*/ 2490497 w 2490496"/>
              <a:gd name="connsiteY2" fmla="*/ 299388 h 938887"/>
              <a:gd name="connsiteX3" fmla="*/ 2483923 w 2490496"/>
              <a:gd name="connsiteY3" fmla="*/ 307028 h 938887"/>
              <a:gd name="connsiteX4" fmla="*/ 1200269 w 2490496"/>
              <a:gd name="connsiteY4" fmla="*/ 931413 h 938887"/>
              <a:gd name="connsiteX5" fmla="*/ 1149574 w 2490496"/>
              <a:gd name="connsiteY5" fmla="*/ 935203 h 938887"/>
              <a:gd name="connsiteX6" fmla="*/ 0 w 2490496"/>
              <a:gd name="connsiteY6" fmla="*/ 571812 h 938887"/>
              <a:gd name="connsiteX7" fmla="*/ 1484064 w 2490496"/>
              <a:gd name="connsiteY7" fmla="*/ 11920 h 938887"/>
            </a:gdLst>
            <a:ahLst/>
            <a:cxnLst/>
            <a:rect l="l" t="t" r="r" b="b"/>
            <a:pathLst>
              <a:path w="2490496" h="938887">
                <a:moveTo>
                  <a:pt x="1484064" y="11920"/>
                </a:moveTo>
                <a:cubicBezTo>
                  <a:pt x="1522440" y="-3537"/>
                  <a:pt x="1555842" y="-3419"/>
                  <a:pt x="1593982" y="9137"/>
                </a:cubicBezTo>
                <a:cubicBezTo>
                  <a:pt x="1749974" y="60364"/>
                  <a:pt x="2487654" y="302645"/>
                  <a:pt x="2490497" y="299388"/>
                </a:cubicBezTo>
                <a:cubicBezTo>
                  <a:pt x="2488305" y="301934"/>
                  <a:pt x="2486943" y="305547"/>
                  <a:pt x="2483923" y="307028"/>
                </a:cubicBezTo>
                <a:cubicBezTo>
                  <a:pt x="2383836" y="354761"/>
                  <a:pt x="1229821" y="931413"/>
                  <a:pt x="1200269" y="931413"/>
                </a:cubicBezTo>
                <a:cubicBezTo>
                  <a:pt x="1183153" y="939942"/>
                  <a:pt x="1167873" y="941126"/>
                  <a:pt x="1149574" y="935203"/>
                </a:cubicBezTo>
                <a:cubicBezTo>
                  <a:pt x="987659" y="883265"/>
                  <a:pt x="220486" y="643531"/>
                  <a:pt x="0" y="571812"/>
                </a:cubicBezTo>
                <a:cubicBezTo>
                  <a:pt x="17412" y="577498"/>
                  <a:pt x="1378174" y="47217"/>
                  <a:pt x="1484064" y="11920"/>
                </a:cubicBezTo>
                <a:close/>
              </a:path>
            </a:pathLst>
          </a:custGeom>
          <a:solidFill>
            <a:schemeClr val="accent3"/>
          </a:solidFill>
          <a:ln w="5921">
            <a:noFill/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78" name="자유형: 도형 77">
            <a:extLst>
              <a:ext uri="{FF2B5EF4-FFF2-40B4-BE49-F238E27FC236}">
                <a16:creationId xmlns:a16="http://schemas.microsoft.com/office/drawing/2014/main" id="{49A25C3F-6CEC-4801-90EE-F7F5528D970B}"/>
              </a:ext>
            </a:extLst>
          </p:cNvPr>
          <p:cNvSpPr>
            <a:spLocks noGrp="1"/>
          </p:cNvSpPr>
          <p:nvPr/>
        </p:nvSpPr>
        <p:spPr>
          <a:xfrm>
            <a:off x="3733531" y="5334992"/>
            <a:ext cx="471313" cy="164515"/>
          </a:xfrm>
          <a:custGeom>
            <a:avLst/>
            <a:gdLst>
              <a:gd name="connsiteX0" fmla="*/ 642805 w 820354"/>
              <a:gd name="connsiteY0" fmla="*/ 279808 h 286351"/>
              <a:gd name="connsiteX1" fmla="*/ 609403 w 820354"/>
              <a:gd name="connsiteY1" fmla="*/ 280933 h 286351"/>
              <a:gd name="connsiteX2" fmla="*/ 245656 w 820354"/>
              <a:gd name="connsiteY2" fmla="*/ 169891 h 286351"/>
              <a:gd name="connsiteX3" fmla="*/ 0 w 820354"/>
              <a:gd name="connsiteY3" fmla="*/ 96336 h 286351"/>
              <a:gd name="connsiteX4" fmla="*/ 197982 w 820354"/>
              <a:gd name="connsiteY4" fmla="*/ 2053 h 286351"/>
              <a:gd name="connsiteX5" fmla="*/ 217585 w 820354"/>
              <a:gd name="connsiteY5" fmla="*/ 2112 h 286351"/>
              <a:gd name="connsiteX6" fmla="*/ 814254 w 820354"/>
              <a:gd name="connsiteY6" fmla="*/ 180787 h 286351"/>
              <a:gd name="connsiteX7" fmla="*/ 820354 w 820354"/>
              <a:gd name="connsiteY7" fmla="*/ 184341 h 286351"/>
              <a:gd name="connsiteX8" fmla="*/ 642805 w 820354"/>
              <a:gd name="connsiteY8" fmla="*/ 279808 h 286351"/>
            </a:gdLst>
            <a:ahLst/>
            <a:cxnLst/>
            <a:rect l="l" t="t" r="r" b="b"/>
            <a:pathLst>
              <a:path w="820354" h="286351">
                <a:moveTo>
                  <a:pt x="642805" y="279808"/>
                </a:moveTo>
                <a:cubicBezTo>
                  <a:pt x="625867" y="288336"/>
                  <a:pt x="631789" y="288336"/>
                  <a:pt x="609403" y="280933"/>
                </a:cubicBezTo>
                <a:cubicBezTo>
                  <a:pt x="488174" y="243919"/>
                  <a:pt x="366945" y="206727"/>
                  <a:pt x="245656" y="169891"/>
                </a:cubicBezTo>
                <a:cubicBezTo>
                  <a:pt x="165646" y="145609"/>
                  <a:pt x="85518" y="121920"/>
                  <a:pt x="0" y="96336"/>
                </a:cubicBezTo>
                <a:cubicBezTo>
                  <a:pt x="69173" y="63467"/>
                  <a:pt x="133666" y="32967"/>
                  <a:pt x="197982" y="2053"/>
                </a:cubicBezTo>
                <a:cubicBezTo>
                  <a:pt x="205089" y="-1382"/>
                  <a:pt x="210715" y="99"/>
                  <a:pt x="217585" y="2112"/>
                </a:cubicBezTo>
                <a:cubicBezTo>
                  <a:pt x="416455" y="61809"/>
                  <a:pt x="615325" y="121209"/>
                  <a:pt x="814254" y="180787"/>
                </a:cubicBezTo>
                <a:cubicBezTo>
                  <a:pt x="815913" y="181261"/>
                  <a:pt x="817334" y="182564"/>
                  <a:pt x="820354" y="184341"/>
                </a:cubicBezTo>
                <a:cubicBezTo>
                  <a:pt x="813781" y="189197"/>
                  <a:pt x="663770" y="266838"/>
                  <a:pt x="642805" y="279808"/>
                </a:cubicBezTo>
                <a:close/>
              </a:path>
            </a:pathLst>
          </a:custGeom>
          <a:solidFill>
            <a:srgbClr val="FEFEFB"/>
          </a:solidFill>
          <a:ln w="5921">
            <a:noFill/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79" name="자유형: 도형 78">
            <a:extLst>
              <a:ext uri="{FF2B5EF4-FFF2-40B4-BE49-F238E27FC236}">
                <a16:creationId xmlns:a16="http://schemas.microsoft.com/office/drawing/2014/main" id="{B6617A90-4609-4ED9-B1F1-A8AF2EF3B9EB}"/>
              </a:ext>
            </a:extLst>
          </p:cNvPr>
          <p:cNvSpPr>
            <a:spLocks noGrp="1"/>
          </p:cNvSpPr>
          <p:nvPr/>
        </p:nvSpPr>
        <p:spPr>
          <a:xfrm>
            <a:off x="3432886" y="5493843"/>
            <a:ext cx="643667" cy="387742"/>
          </a:xfrm>
          <a:custGeom>
            <a:avLst/>
            <a:gdLst>
              <a:gd name="connsiteX0" fmla="*/ 237 w 1120349"/>
              <a:gd name="connsiteY0" fmla="*/ 0 h 674893"/>
              <a:gd name="connsiteX1" fmla="*/ 510619 w 1120349"/>
              <a:gd name="connsiteY1" fmla="*/ 148531 h 674893"/>
              <a:gd name="connsiteX2" fmla="*/ 1037287 w 1120349"/>
              <a:gd name="connsiteY2" fmla="*/ 309025 h 674893"/>
              <a:gd name="connsiteX3" fmla="*/ 1073235 w 1120349"/>
              <a:gd name="connsiteY3" fmla="*/ 336326 h 674893"/>
              <a:gd name="connsiteX4" fmla="*/ 1072762 w 1120349"/>
              <a:gd name="connsiteY4" fmla="*/ 658439 h 674893"/>
              <a:gd name="connsiteX5" fmla="*/ 1037702 w 1120349"/>
              <a:gd name="connsiteY5" fmla="*/ 672653 h 674893"/>
              <a:gd name="connsiteX6" fmla="*/ 8173 w 1120349"/>
              <a:gd name="connsiteY6" fmla="*/ 353027 h 674893"/>
              <a:gd name="connsiteX7" fmla="*/ 0 w 1120349"/>
              <a:gd name="connsiteY7" fmla="*/ 349592 h 674893"/>
              <a:gd name="connsiteX8" fmla="*/ 237 w 1120349"/>
              <a:gd name="connsiteY8" fmla="*/ 0 h 674893"/>
            </a:gdLst>
            <a:ahLst/>
            <a:cxnLst/>
            <a:rect l="l" t="t" r="r" b="b"/>
            <a:pathLst>
              <a:path w="1120349" h="674893">
                <a:moveTo>
                  <a:pt x="237" y="0"/>
                </a:moveTo>
                <a:cubicBezTo>
                  <a:pt x="170325" y="51405"/>
                  <a:pt x="340650" y="96888"/>
                  <a:pt x="510619" y="148531"/>
                </a:cubicBezTo>
                <a:cubicBezTo>
                  <a:pt x="686215" y="201891"/>
                  <a:pt x="861692" y="255724"/>
                  <a:pt x="1037287" y="309025"/>
                </a:cubicBezTo>
                <a:cubicBezTo>
                  <a:pt x="1053100" y="313821"/>
                  <a:pt x="1064589" y="321639"/>
                  <a:pt x="1073235" y="336326"/>
                </a:cubicBezTo>
                <a:cubicBezTo>
                  <a:pt x="1136782" y="443934"/>
                  <a:pt x="1135479" y="551009"/>
                  <a:pt x="1072762" y="658439"/>
                </a:cubicBezTo>
                <a:cubicBezTo>
                  <a:pt x="1064175" y="673067"/>
                  <a:pt x="1055884" y="678338"/>
                  <a:pt x="1037702" y="672653"/>
                </a:cubicBezTo>
                <a:cubicBezTo>
                  <a:pt x="694684" y="565637"/>
                  <a:pt x="351369" y="459451"/>
                  <a:pt x="8173" y="353027"/>
                </a:cubicBezTo>
                <a:cubicBezTo>
                  <a:pt x="5389" y="352139"/>
                  <a:pt x="2724" y="350776"/>
                  <a:pt x="0" y="349592"/>
                </a:cubicBezTo>
                <a:cubicBezTo>
                  <a:pt x="178" y="231146"/>
                  <a:pt x="59" y="118445"/>
                  <a:pt x="237" y="0"/>
                </a:cubicBezTo>
                <a:close/>
              </a:path>
            </a:pathLst>
          </a:custGeom>
          <a:solidFill>
            <a:srgbClr val="D5D9F2"/>
          </a:solidFill>
          <a:ln w="5921">
            <a:noFill/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29E3985F-7C37-4214-88F9-38C265E4F9A4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10953750" cy="609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2925" b="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2925" b="0">
                <a:solidFill>
                  <a:srgbClr val="343434"/>
                </a:solidFill>
                <a:latin typeface="Arial"/>
                <a:ea typeface="Arial"/>
                <a:cs typeface="Arial"/>
              </a:rPr>
              <a:t>Komponen ekosistem web</a:t>
            </a:r>
          </a:p>
        </p:txBody>
      </p:sp>
      <p:sp>
        <p:nvSpPr>
          <p:cNvPr id="92" name="Rectangle: Rounded Corners 91">
            <a:extLst>
              <a:ext uri="{FF2B5EF4-FFF2-40B4-BE49-F238E27FC236}">
                <a16:creationId xmlns:a16="http://schemas.microsoft.com/office/drawing/2014/main" id="{6E79480D-B1F7-48C8-98F4-F7FAB6EF6D4D}"/>
              </a:ext>
            </a:extLst>
          </p:cNvPr>
          <p:cNvSpPr>
            <a:spLocks noGrp="1"/>
          </p:cNvSpPr>
          <p:nvPr/>
        </p:nvSpPr>
        <p:spPr>
          <a:xfrm>
            <a:off x="5572125" y="1476375"/>
            <a:ext cx="5238750" cy="1000125"/>
          </a:xfrm>
          <a:prstGeom prst="roundRect">
            <a:avLst>
              <a:gd name="adj" fmla="val 17143"/>
            </a:avLst>
          </a:prstGeom>
          <a:solidFill>
            <a:srgbClr val="F0D23F"/>
          </a:solidFill>
          <a:ln w="0">
            <a:noFill/>
          </a:ln>
        </p:spPr>
        <p:txBody>
          <a:bodyPr anchor="ctr"/>
          <a:lstStyle/>
          <a:p>
            <a:pPr algn="ctr">
              <a:defRPr sz="1800" b="1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43434"/>
                </a:solidFill>
                <a:latin typeface="Arial"/>
                <a:ea typeface="Arial"/>
                <a:cs typeface="Arial"/>
              </a:rPr>
              <a:t>CLIENT</a:t>
            </a:r>
          </a:p>
          <a:p>
            <a:pPr algn="ctr">
              <a:defRPr sz="1800" b="1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43434"/>
                </a:solidFill>
                <a:latin typeface="Arial"/>
                <a:ea typeface="Arial"/>
                <a:cs typeface="Arial"/>
              </a:rPr>
              <a:t>Browser atau aplikasi meminta sumber daya</a:t>
            </a:r>
          </a:p>
        </p:txBody>
      </p:sp>
      <p:sp>
        <p:nvSpPr>
          <p:cNvPr id="93" name="Rectangle: Rounded Corners 92">
            <a:extLst>
              <a:ext uri="{FF2B5EF4-FFF2-40B4-BE49-F238E27FC236}">
                <a16:creationId xmlns:a16="http://schemas.microsoft.com/office/drawing/2014/main" id="{E6822F1B-F7BF-4DAF-8E37-D539EF8BA790}"/>
              </a:ext>
            </a:extLst>
          </p:cNvPr>
          <p:cNvSpPr>
            <a:spLocks noGrp="1"/>
          </p:cNvSpPr>
          <p:nvPr/>
        </p:nvSpPr>
        <p:spPr>
          <a:xfrm>
            <a:off x="5572125" y="2781300"/>
            <a:ext cx="5238750" cy="1000125"/>
          </a:xfrm>
          <a:prstGeom prst="roundRect">
            <a:avLst>
              <a:gd name="adj" fmla="val 17143"/>
            </a:avLst>
          </a:prstGeom>
          <a:solidFill>
            <a:srgbClr val="54CBA0"/>
          </a:solidFill>
          <a:ln w="0">
            <a:noFill/>
          </a:ln>
        </p:spPr>
        <p:txBody>
          <a:bodyPr anchor="ctr"/>
          <a:lstStyle/>
          <a:p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SERVER</a:t>
            </a:r>
          </a:p>
          <a:p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Memproses permintaan dan menyediakan respons</a:t>
            </a:r>
          </a:p>
        </p:txBody>
      </p:sp>
      <p:sp>
        <p:nvSpPr>
          <p:cNvPr id="94" name="Rectangle: Rounded Corners 93">
            <a:extLst>
              <a:ext uri="{FF2B5EF4-FFF2-40B4-BE49-F238E27FC236}">
                <a16:creationId xmlns:a16="http://schemas.microsoft.com/office/drawing/2014/main" id="{F93D19D0-E457-48AD-B1F4-02F35B3B71AF}"/>
              </a:ext>
            </a:extLst>
          </p:cNvPr>
          <p:cNvSpPr>
            <a:spLocks noGrp="1"/>
          </p:cNvSpPr>
          <p:nvPr/>
        </p:nvSpPr>
        <p:spPr>
          <a:xfrm>
            <a:off x="5572125" y="4086225"/>
            <a:ext cx="5238750" cy="1000125"/>
          </a:xfrm>
          <a:prstGeom prst="roundRect">
            <a:avLst>
              <a:gd name="adj" fmla="val 17143"/>
            </a:avLst>
          </a:prstGeom>
          <a:solidFill>
            <a:srgbClr val="ED3B55"/>
          </a:solidFill>
          <a:ln w="0">
            <a:noFill/>
          </a:ln>
        </p:spPr>
        <p:txBody>
          <a:bodyPr anchor="ctr"/>
          <a:lstStyle/>
          <a:p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WEB PLATFORM</a:t>
            </a:r>
          </a:p>
          <a:p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URL, DNS, HTTP, HTML, CSS, JavaScript</a:t>
            </a: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43FBA5B7-BF9E-4621-BDDE-49AFFCF014B2}"/>
              </a:ext>
            </a:extLst>
          </p:cNvPr>
          <p:cNvSpPr>
            <a:spLocks noGrp="1"/>
          </p:cNvSpPr>
          <p:nvPr/>
        </p:nvSpPr>
        <p:spPr>
          <a:xfrm>
            <a:off x="5572125" y="5429250"/>
            <a:ext cx="5334000" cy="5143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500" b="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343434"/>
                </a:solidFill>
                <a:latin typeface="Arial"/>
                <a:ea typeface="Arial"/>
                <a:cs typeface="Arial"/>
              </a:rPr>
              <a:t>Internet menyediakan jaringan. Web menggunakan jaringan itu untuk bertukar sumber daya.</a:t>
            </a:r>
          </a:p>
        </p:txBody>
      </p:sp>
    </p:spTree>
    <p:extLst>
      <p:ext uri="{BB962C8B-B14F-4D97-AF65-F5344CB8AC3E}">
        <p14:creationId xmlns:p14="http://schemas.microsoft.com/office/powerpoint/2010/main" val="36350641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ACD54B3-ACCF-4FD8-B458-1743A774A7A7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10953750" cy="609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2925" b="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2925" b="0">
                <a:solidFill>
                  <a:srgbClr val="343434"/>
                </a:solidFill>
                <a:latin typeface="Arial"/>
                <a:ea typeface="Arial"/>
                <a:cs typeface="Arial"/>
              </a:rPr>
              <a:t>Front-end dan back-end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BE74B1C-8243-44C7-9E6E-ED1343000786}"/>
              </a:ext>
            </a:extLst>
          </p:cNvPr>
          <p:cNvSpPr>
            <a:spLocks noGrp="1"/>
          </p:cNvSpPr>
          <p:nvPr/>
        </p:nvSpPr>
        <p:spPr>
          <a:xfrm>
            <a:off x="7000875" y="1409700"/>
            <a:ext cx="2286000" cy="3429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800" b="1">
                <a:solidFill>
                  <a:srgbClr val="ED3B5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ED3B55"/>
                </a:solidFill>
                <a:latin typeface="Arial"/>
                <a:ea typeface="Arial"/>
                <a:cs typeface="Arial"/>
              </a:rPr>
              <a:t>FRONT-END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83DF1AE-EB43-4C80-A48D-F58C823C283A}"/>
              </a:ext>
            </a:extLst>
          </p:cNvPr>
          <p:cNvSpPr>
            <a:spLocks noGrp="1"/>
          </p:cNvSpPr>
          <p:nvPr/>
        </p:nvSpPr>
        <p:spPr>
          <a:xfrm>
            <a:off x="6953250" y="1857375"/>
            <a:ext cx="4095750" cy="25241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marL="228600" indent="-114300">
              <a:spcAft>
                <a:spcPts val="1000"/>
              </a:spcAft>
              <a:buChar char="•"/>
              <a:defRPr sz="165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343434"/>
                </a:solidFill>
                <a:latin typeface="Arial"/>
                <a:ea typeface="Arial"/>
                <a:cs typeface="Arial"/>
              </a:rPr>
              <a:t>Berjalan di browser</a:t>
            </a:r>
          </a:p>
          <a:p>
            <a:pPr marL="228600" indent="-114300">
              <a:spcAft>
                <a:spcPts val="1000"/>
              </a:spcAft>
              <a:buChar char="•"/>
              <a:defRPr sz="165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343434"/>
                </a:solidFill>
                <a:latin typeface="Arial"/>
                <a:ea typeface="Arial"/>
                <a:cs typeface="Arial"/>
              </a:rPr>
              <a:t>HTML memberi struktur</a:t>
            </a:r>
          </a:p>
          <a:p>
            <a:pPr marL="228600" indent="-114300">
              <a:spcAft>
                <a:spcPts val="1000"/>
              </a:spcAft>
              <a:buChar char="•"/>
              <a:defRPr sz="165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343434"/>
                </a:solidFill>
                <a:latin typeface="Arial"/>
                <a:ea typeface="Arial"/>
                <a:cs typeface="Arial"/>
              </a:rPr>
              <a:t>CSS mengatur tampilan</a:t>
            </a:r>
          </a:p>
          <a:p>
            <a:pPr marL="228600" indent="-114300">
              <a:spcAft>
                <a:spcPts val="1000"/>
              </a:spcAft>
              <a:buChar char="•"/>
              <a:defRPr sz="165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343434"/>
                </a:solidFill>
                <a:latin typeface="Arial"/>
                <a:ea typeface="Arial"/>
                <a:cs typeface="Arial"/>
              </a:rPr>
              <a:t>JavaScript menambah interaksi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352B43C-918A-4E77-B1A8-59406285FC56}"/>
              </a:ext>
            </a:extLst>
          </p:cNvPr>
          <p:cNvSpPr>
            <a:spLocks noGrp="1"/>
          </p:cNvSpPr>
          <p:nvPr/>
        </p:nvSpPr>
        <p:spPr>
          <a:xfrm>
            <a:off x="2381250" y="2238375"/>
            <a:ext cx="1905000" cy="3429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800" b="1">
                <a:solidFill>
                  <a:srgbClr val="F7946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79465"/>
                </a:solidFill>
                <a:latin typeface="Arial"/>
                <a:ea typeface="Arial"/>
                <a:cs typeface="Arial"/>
              </a:rPr>
              <a:t>BACK-END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37D0E30-C8F6-436D-B7B9-B1C23EC69CCF}"/>
              </a:ext>
            </a:extLst>
          </p:cNvPr>
          <p:cNvSpPr>
            <a:spLocks noGrp="1"/>
          </p:cNvSpPr>
          <p:nvPr/>
        </p:nvSpPr>
        <p:spPr>
          <a:xfrm>
            <a:off x="2381250" y="2686050"/>
            <a:ext cx="3810000" cy="22860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marL="228600" indent="-114300">
              <a:spcAft>
                <a:spcPts val="1000"/>
              </a:spcAft>
              <a:buChar char="•"/>
              <a:defRPr sz="165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343434"/>
                </a:solidFill>
                <a:latin typeface="Arial"/>
                <a:ea typeface="Arial"/>
                <a:cs typeface="Arial"/>
              </a:rPr>
              <a:t>Berjalan di server</a:t>
            </a:r>
          </a:p>
          <a:p>
            <a:pPr marL="228600" indent="-114300">
              <a:spcAft>
                <a:spcPts val="1000"/>
              </a:spcAft>
              <a:buChar char="•"/>
              <a:defRPr sz="165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343434"/>
                </a:solidFill>
                <a:latin typeface="Arial"/>
                <a:ea typeface="Arial"/>
                <a:cs typeface="Arial"/>
              </a:rPr>
              <a:t>Menjalankan aturan bisnis</a:t>
            </a:r>
          </a:p>
          <a:p>
            <a:pPr marL="228600" indent="-114300">
              <a:spcAft>
                <a:spcPts val="1000"/>
              </a:spcAft>
              <a:buChar char="•"/>
              <a:defRPr sz="165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343434"/>
                </a:solidFill>
                <a:latin typeface="Arial"/>
                <a:ea typeface="Arial"/>
                <a:cs typeface="Arial"/>
              </a:rPr>
              <a:t>Mengakses database</a:t>
            </a:r>
          </a:p>
          <a:p>
            <a:pPr marL="228600" indent="-114300">
              <a:spcAft>
                <a:spcPts val="1000"/>
              </a:spcAft>
              <a:buChar char="•"/>
              <a:defRPr sz="165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343434"/>
                </a:solidFill>
                <a:latin typeface="Arial"/>
                <a:ea typeface="Arial"/>
                <a:cs typeface="Arial"/>
              </a:rPr>
              <a:t>Mengirim HTML atau JSON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213355E-D154-4C66-88E1-D3237B83C87F}"/>
              </a:ext>
            </a:extLst>
          </p:cNvPr>
          <p:cNvSpPr>
            <a:spLocks noGrp="1"/>
          </p:cNvSpPr>
          <p:nvPr/>
        </p:nvSpPr>
        <p:spPr>
          <a:xfrm>
            <a:off x="2381250" y="5286375"/>
            <a:ext cx="6667500" cy="4000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650" b="1">
                <a:solidFill>
                  <a:srgbClr val="54CBA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4CBA0"/>
                </a:solidFill>
                <a:latin typeface="Arial"/>
                <a:ea typeface="Arial"/>
                <a:cs typeface="Arial"/>
              </a:rPr>
              <a:t>Keduanya berkomunikasi melalui HTTP</a:t>
            </a:r>
          </a:p>
        </p:txBody>
      </p:sp>
    </p:spTree>
    <p:extLst>
      <p:ext uri="{BB962C8B-B14F-4D97-AF65-F5344CB8AC3E}">
        <p14:creationId xmlns:p14="http://schemas.microsoft.com/office/powerpoint/2010/main" val="11983836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FB4F9642-5DEF-44A5-B8DC-6524C300F299}"/>
              </a:ext>
            </a:extLst>
          </p:cNvPr>
          <p:cNvSpPr>
            <a:spLocks noGrp="1"/>
          </p:cNvSpPr>
          <p:nvPr>
            <p:ph type="pic" idx="10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D769774-903D-42F1-A0A0-5BDF6D53C90B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10953750" cy="609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2925" b="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2925" b="0">
                <a:solidFill>
                  <a:srgbClr val="343434"/>
                </a:solidFill>
                <a:latin typeface="Arial"/>
                <a:ea typeface="Arial"/>
                <a:cs typeface="Arial"/>
              </a:rPr>
              <a:t>Arsitektur client dan server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DA62453-A6F8-499D-AB23-AD6F859FF6A0}"/>
              </a:ext>
            </a:extLst>
          </p:cNvPr>
          <p:cNvSpPr>
            <a:spLocks noGrp="1"/>
          </p:cNvSpPr>
          <p:nvPr/>
        </p:nvSpPr>
        <p:spPr>
          <a:xfrm>
            <a:off x="904875" y="2428875"/>
            <a:ext cx="1905000" cy="904875"/>
          </a:xfrm>
          <a:prstGeom prst="roundRect">
            <a:avLst>
              <a:gd name="adj" fmla="val 18947"/>
            </a:avLst>
          </a:prstGeom>
          <a:solidFill>
            <a:srgbClr val="F0D23F"/>
          </a:solidFill>
          <a:ln w="0">
            <a:noFill/>
          </a:ln>
        </p:spPr>
        <p:txBody>
          <a:bodyPr anchor="ctr"/>
          <a:lstStyle/>
          <a:p>
            <a:pPr algn="ctr">
              <a:defRPr sz="1725" b="1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43434"/>
                </a:solidFill>
                <a:latin typeface="Arial"/>
                <a:ea typeface="Arial"/>
                <a:cs typeface="Arial"/>
              </a:rPr>
              <a:t>Pengguna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537B362-9394-4BA2-9327-8F8AD253AC18}"/>
              </a:ext>
            </a:extLst>
          </p:cNvPr>
          <p:cNvSpPr>
            <a:spLocks noGrp="1"/>
          </p:cNvSpPr>
          <p:nvPr/>
        </p:nvSpPr>
        <p:spPr>
          <a:xfrm>
            <a:off x="3714750" y="2428875"/>
            <a:ext cx="1905000" cy="904875"/>
          </a:xfrm>
          <a:prstGeom prst="roundRect">
            <a:avLst>
              <a:gd name="adj" fmla="val 18947"/>
            </a:avLst>
          </a:prstGeom>
          <a:solidFill>
            <a:srgbClr val="F79465"/>
          </a:solidFill>
          <a:ln w="0">
            <a:noFill/>
          </a:ln>
        </p:spPr>
        <p:txBody>
          <a:bodyPr anchor="ctr"/>
          <a:lstStyle/>
          <a:p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Browser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BC817CD-7C76-4C72-B91A-1A2D9F629784}"/>
              </a:ext>
            </a:extLst>
          </p:cNvPr>
          <p:cNvSpPr>
            <a:spLocks noGrp="1"/>
          </p:cNvSpPr>
          <p:nvPr/>
        </p:nvSpPr>
        <p:spPr>
          <a:xfrm>
            <a:off x="6524625" y="2428875"/>
            <a:ext cx="1905000" cy="904875"/>
          </a:xfrm>
          <a:prstGeom prst="roundRect">
            <a:avLst>
              <a:gd name="adj" fmla="val 18947"/>
            </a:avLst>
          </a:prstGeom>
          <a:solidFill>
            <a:srgbClr val="ED3B55"/>
          </a:solidFill>
          <a:ln w="0">
            <a:noFill/>
          </a:ln>
        </p:spPr>
        <p:txBody>
          <a:bodyPr anchor="ctr"/>
          <a:lstStyle/>
          <a:p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Web server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37019FD-5547-4F72-A8F5-707B759A14F7}"/>
              </a:ext>
            </a:extLst>
          </p:cNvPr>
          <p:cNvSpPr>
            <a:spLocks noGrp="1"/>
          </p:cNvSpPr>
          <p:nvPr/>
        </p:nvSpPr>
        <p:spPr>
          <a:xfrm>
            <a:off x="9334500" y="2428875"/>
            <a:ext cx="1905000" cy="904875"/>
          </a:xfrm>
          <a:prstGeom prst="roundRect">
            <a:avLst>
              <a:gd name="adj" fmla="val 18947"/>
            </a:avLst>
          </a:prstGeom>
          <a:solidFill>
            <a:srgbClr val="54CBA0"/>
          </a:solidFill>
          <a:ln w="0">
            <a:noFill/>
          </a:ln>
        </p:spPr>
        <p:txBody>
          <a:bodyPr anchor="ctr"/>
          <a:lstStyle/>
          <a:p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Aplikasi dan data</a:t>
            </a:r>
          </a:p>
        </p:txBody>
      </p:sp>
      <p:cxnSp>
        <p:nvCxnSpPr>
          <p:cNvPr id="19" name="Straight Arrow Connector 18"/>
          <p:cNvCxnSpPr>
            <a:stCxn id="5" idx="3"/>
            <a:endCxn id="6" idx="1"/>
          </p:cNvCxnSpPr>
          <p:nvPr/>
        </p:nvCxnSpPr>
        <p:spPr>
          <a:xfrm>
            <a:off x="2809875" y="2881313"/>
            <a:ext cx="904875" cy="0"/>
          </a:xfrm>
          <a:prstGeom prst="straightConnector1">
            <a:avLst/>
          </a:prstGeom>
          <a:ln w="19050">
            <a:solidFill>
              <a:srgbClr val="666666"/>
            </a:solidFill>
            <a:prstDash val="solid"/>
          </a:ln>
        </p:spPr>
      </p:cxnSp>
      <p:cxnSp>
        <p:nvCxnSpPr>
          <p:cNvPr id="20" name="Straight Arrow Connector 19"/>
          <p:cNvCxnSpPr>
            <a:stCxn id="6" idx="3"/>
            <a:endCxn id="7" idx="1"/>
          </p:cNvCxnSpPr>
          <p:nvPr/>
        </p:nvCxnSpPr>
        <p:spPr>
          <a:xfrm>
            <a:off x="5619750" y="2881313"/>
            <a:ext cx="904875" cy="0"/>
          </a:xfrm>
          <a:prstGeom prst="straightConnector1">
            <a:avLst/>
          </a:prstGeom>
          <a:ln w="19050">
            <a:solidFill>
              <a:srgbClr val="666666"/>
            </a:solidFill>
            <a:prstDash val="solid"/>
          </a:ln>
        </p:spPr>
      </p:cxnSp>
      <p:cxnSp>
        <p:nvCxnSpPr>
          <p:cNvPr id="21" name="Straight Arrow Connector 20"/>
          <p:cNvCxnSpPr>
            <a:stCxn id="7" idx="3"/>
            <a:endCxn id="8" idx="1"/>
          </p:cNvCxnSpPr>
          <p:nvPr/>
        </p:nvCxnSpPr>
        <p:spPr>
          <a:xfrm>
            <a:off x="8429625" y="2881313"/>
            <a:ext cx="904875" cy="0"/>
          </a:xfrm>
          <a:prstGeom prst="straightConnector1">
            <a:avLst/>
          </a:prstGeom>
          <a:ln w="19050">
            <a:solidFill>
              <a:srgbClr val="666666"/>
            </a:solidFill>
            <a:prstDash val="solid"/>
          </a:ln>
        </p:spPr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FDFEE7A8-6F4B-47BE-B785-5A2A487007D6}"/>
              </a:ext>
            </a:extLst>
          </p:cNvPr>
          <p:cNvSpPr>
            <a:spLocks noGrp="1"/>
          </p:cNvSpPr>
          <p:nvPr/>
        </p:nvSpPr>
        <p:spPr>
          <a:xfrm>
            <a:off x="2000250" y="4000500"/>
            <a:ext cx="8096250" cy="6191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defRPr sz="1950" b="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343434"/>
                </a:solidFill>
                <a:latin typeface="Arial"/>
                <a:ea typeface="Arial"/>
                <a:cs typeface="Arial"/>
              </a:rPr>
              <a:t>Browser mengirim HTTP request. Server membalas dengan HTML, JSON, gambar, atau status kesalahan.</a:t>
            </a:r>
          </a:p>
        </p:txBody>
      </p:sp>
    </p:spTree>
    <p:extLst>
      <p:ext uri="{BB962C8B-B14F-4D97-AF65-F5344CB8AC3E}">
        <p14:creationId xmlns:p14="http://schemas.microsoft.com/office/powerpoint/2010/main" val="6089935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BD8C463C-5077-45D7-B25D-4B7B2619A31B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10953750" cy="609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2925" b="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2925" b="0">
                <a:solidFill>
                  <a:srgbClr val="343434"/>
                </a:solidFill>
                <a:latin typeface="Arial"/>
                <a:ea typeface="Arial"/>
                <a:cs typeface="Arial"/>
              </a:rPr>
              <a:t>Struktur URL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F7C5F34-0AC8-4B92-946D-7C83E087178D}"/>
              </a:ext>
            </a:extLst>
          </p:cNvPr>
          <p:cNvSpPr>
            <a:spLocks noGrp="1"/>
          </p:cNvSpPr>
          <p:nvPr/>
        </p:nvSpPr>
        <p:spPr>
          <a:xfrm>
            <a:off x="857250" y="1381125"/>
            <a:ext cx="3429000" cy="552450"/>
          </a:xfrm>
          <a:prstGeom prst="roundRect">
            <a:avLst>
              <a:gd name="adj" fmla="val 31034"/>
            </a:avLst>
          </a:prstGeom>
          <a:solidFill>
            <a:srgbClr val="54CBA0"/>
          </a:solidFill>
          <a:ln w="0">
            <a:noFill/>
          </a:ln>
        </p:spPr>
        <p:txBody>
          <a:bodyPr anchor="ctr"/>
          <a:lstStyle/>
          <a:p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Scheme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6F63DB8-04A8-451F-86A1-E22A5FE08109}"/>
              </a:ext>
            </a:extLst>
          </p:cNvPr>
          <p:cNvSpPr>
            <a:spLocks noGrp="1"/>
          </p:cNvSpPr>
          <p:nvPr/>
        </p:nvSpPr>
        <p:spPr>
          <a:xfrm>
            <a:off x="857250" y="2028825"/>
            <a:ext cx="4095750" cy="4000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425" b="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343434"/>
                </a:solidFill>
                <a:latin typeface="Arial"/>
                <a:ea typeface="Arial"/>
                <a:cs typeface="Arial"/>
              </a:rPr>
              <a:t>https menentukan protokol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C1A0AA2-8B26-4529-AD91-E78B1FB80536}"/>
              </a:ext>
            </a:extLst>
          </p:cNvPr>
          <p:cNvSpPr>
            <a:spLocks noGrp="1"/>
          </p:cNvSpPr>
          <p:nvPr/>
        </p:nvSpPr>
        <p:spPr>
          <a:xfrm>
            <a:off x="6667500" y="1381125"/>
            <a:ext cx="3429000" cy="552450"/>
          </a:xfrm>
          <a:prstGeom prst="roundRect">
            <a:avLst>
              <a:gd name="adj" fmla="val 31034"/>
            </a:avLst>
          </a:prstGeom>
          <a:solidFill>
            <a:srgbClr val="ED3B55"/>
          </a:solidFill>
          <a:ln w="0">
            <a:noFill/>
          </a:ln>
        </p:spPr>
        <p:txBody>
          <a:bodyPr anchor="ctr"/>
          <a:lstStyle/>
          <a:p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Host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1A79978-55AF-4108-822A-C7E69604490E}"/>
              </a:ext>
            </a:extLst>
          </p:cNvPr>
          <p:cNvSpPr>
            <a:spLocks noGrp="1"/>
          </p:cNvSpPr>
          <p:nvPr/>
        </p:nvSpPr>
        <p:spPr>
          <a:xfrm>
            <a:off x="6667500" y="2028825"/>
            <a:ext cx="4095750" cy="4000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425" b="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343434"/>
                </a:solidFill>
                <a:latin typeface="Arial"/>
                <a:ea typeface="Arial"/>
                <a:cs typeface="Arial"/>
              </a:rPr>
              <a:t>cis.del.ac.id menentukan server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CFAA7C3-2BA3-491B-8082-C73A605B3E0F}"/>
              </a:ext>
            </a:extLst>
          </p:cNvPr>
          <p:cNvSpPr>
            <a:spLocks noGrp="1"/>
          </p:cNvSpPr>
          <p:nvPr/>
        </p:nvSpPr>
        <p:spPr>
          <a:xfrm>
            <a:off x="857250" y="3000375"/>
            <a:ext cx="3429000" cy="552450"/>
          </a:xfrm>
          <a:prstGeom prst="roundRect">
            <a:avLst>
              <a:gd name="adj" fmla="val 31034"/>
            </a:avLst>
          </a:prstGeom>
          <a:solidFill>
            <a:srgbClr val="F79465"/>
          </a:solidFill>
          <a:ln w="0">
            <a:noFill/>
          </a:ln>
        </p:spPr>
        <p:txBody>
          <a:bodyPr anchor="ctr"/>
          <a:lstStyle/>
          <a:p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Path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7A7B753-22EB-46C1-870E-2BDA60C1702E}"/>
              </a:ext>
            </a:extLst>
          </p:cNvPr>
          <p:cNvSpPr>
            <a:spLocks noGrp="1"/>
          </p:cNvSpPr>
          <p:nvPr/>
        </p:nvSpPr>
        <p:spPr>
          <a:xfrm>
            <a:off x="857250" y="3648075"/>
            <a:ext cx="4095750" cy="4000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425" b="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343434"/>
                </a:solidFill>
                <a:latin typeface="Arial"/>
                <a:ea typeface="Arial"/>
                <a:cs typeface="Arial"/>
              </a:rPr>
              <a:t>/akademik/krs menentukan sumber daya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540F26E-BCB8-4574-9ACB-CDDB3EA0BE0E}"/>
              </a:ext>
            </a:extLst>
          </p:cNvPr>
          <p:cNvSpPr>
            <a:spLocks noGrp="1"/>
          </p:cNvSpPr>
          <p:nvPr/>
        </p:nvSpPr>
        <p:spPr>
          <a:xfrm>
            <a:off x="6667500" y="3000375"/>
            <a:ext cx="3429000" cy="552450"/>
          </a:xfrm>
          <a:prstGeom prst="roundRect">
            <a:avLst>
              <a:gd name="adj" fmla="val 31034"/>
            </a:avLst>
          </a:prstGeom>
          <a:solidFill>
            <a:srgbClr val="F0D23F"/>
          </a:solidFill>
          <a:ln w="0">
            <a:noFill/>
          </a:ln>
        </p:spPr>
        <p:txBody>
          <a:bodyPr anchor="ctr"/>
          <a:lstStyle/>
          <a:p>
            <a:pPr algn="ctr">
              <a:defRPr sz="1500" b="1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43434"/>
                </a:solidFill>
                <a:latin typeface="Arial"/>
                <a:ea typeface="Arial"/>
                <a:cs typeface="Arial"/>
              </a:rPr>
              <a:t>Query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28BD3F9-A802-4B82-A33A-26D2067C86C8}"/>
              </a:ext>
            </a:extLst>
          </p:cNvPr>
          <p:cNvSpPr>
            <a:spLocks noGrp="1"/>
          </p:cNvSpPr>
          <p:nvPr/>
        </p:nvSpPr>
        <p:spPr>
          <a:xfrm>
            <a:off x="6667500" y="3648075"/>
            <a:ext cx="4095750" cy="4000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425" b="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343434"/>
                </a:solidFill>
                <a:latin typeface="Arial"/>
                <a:ea typeface="Arial"/>
                <a:cs typeface="Arial"/>
              </a:rPr>
              <a:t>?semester=1 membawa parameter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DEDD138-0E81-415C-8038-F84B6FAC01B2}"/>
              </a:ext>
            </a:extLst>
          </p:cNvPr>
          <p:cNvSpPr>
            <a:spLocks noGrp="1"/>
          </p:cNvSpPr>
          <p:nvPr/>
        </p:nvSpPr>
        <p:spPr>
          <a:xfrm>
            <a:off x="857250" y="4619625"/>
            <a:ext cx="3429000" cy="552450"/>
          </a:xfrm>
          <a:prstGeom prst="roundRect">
            <a:avLst>
              <a:gd name="adj" fmla="val 31034"/>
            </a:avLst>
          </a:prstGeom>
          <a:solidFill>
            <a:srgbClr val="78AAE1"/>
          </a:solidFill>
          <a:ln w="0">
            <a:noFill/>
          </a:ln>
        </p:spPr>
        <p:txBody>
          <a:bodyPr anchor="ctr"/>
          <a:lstStyle/>
          <a:p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Fragment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69D91A0-08FA-4758-83FC-A3347DF55E94}"/>
              </a:ext>
            </a:extLst>
          </p:cNvPr>
          <p:cNvSpPr>
            <a:spLocks noGrp="1"/>
          </p:cNvSpPr>
          <p:nvPr/>
        </p:nvSpPr>
        <p:spPr>
          <a:xfrm>
            <a:off x="857250" y="5267325"/>
            <a:ext cx="4095750" cy="4000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425" b="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343434"/>
                </a:solidFill>
                <a:latin typeface="Arial"/>
                <a:ea typeface="Arial"/>
                <a:cs typeface="Arial"/>
              </a:rPr>
              <a:t>#daftar menunjuk bagian dokumen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5352409-EA48-46B0-A721-994C5E64F6F3}"/>
              </a:ext>
            </a:extLst>
          </p:cNvPr>
          <p:cNvSpPr>
            <a:spLocks noGrp="1"/>
          </p:cNvSpPr>
          <p:nvPr/>
        </p:nvSpPr>
        <p:spPr>
          <a:xfrm>
            <a:off x="6667500" y="4619625"/>
            <a:ext cx="3429000" cy="552450"/>
          </a:xfrm>
          <a:prstGeom prst="roundRect">
            <a:avLst>
              <a:gd name="adj" fmla="val 31034"/>
            </a:avLst>
          </a:prstGeom>
          <a:solidFill>
            <a:srgbClr val="77DBE1"/>
          </a:solidFill>
          <a:ln w="0">
            <a:noFill/>
          </a:ln>
        </p:spPr>
        <p:txBody>
          <a:bodyPr anchor="ctr"/>
          <a:lstStyle/>
          <a:p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Port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80B439F-964B-487F-B2ED-5BC4DB534CFB}"/>
              </a:ext>
            </a:extLst>
          </p:cNvPr>
          <p:cNvSpPr>
            <a:spLocks noGrp="1"/>
          </p:cNvSpPr>
          <p:nvPr/>
        </p:nvSpPr>
        <p:spPr>
          <a:xfrm>
            <a:off x="6667500" y="5267325"/>
            <a:ext cx="4095750" cy="4000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425" b="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343434"/>
                </a:solidFill>
                <a:latin typeface="Arial"/>
                <a:ea typeface="Arial"/>
                <a:cs typeface="Arial"/>
              </a:rPr>
              <a:t>Opsional, misalnya 443 untuk HTTPS</a:t>
            </a:r>
          </a:p>
        </p:txBody>
      </p:sp>
    </p:spTree>
    <p:extLst>
      <p:ext uri="{BB962C8B-B14F-4D97-AF65-F5344CB8AC3E}">
        <p14:creationId xmlns:p14="http://schemas.microsoft.com/office/powerpoint/2010/main" val="42012780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0508731D-C547-48C8-8DE0-F219F603F6F8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10953750" cy="609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2925" b="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2925" b="0">
                <a:solidFill>
                  <a:srgbClr val="343434"/>
                </a:solidFill>
                <a:latin typeface="Arial"/>
                <a:ea typeface="Arial"/>
                <a:cs typeface="Arial"/>
              </a:rPr>
              <a:t>Perjalanan sebuah halaman web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A6BF19A-1F63-46E7-89DE-CE08A948016C}"/>
              </a:ext>
            </a:extLst>
          </p:cNvPr>
          <p:cNvSpPr>
            <a:spLocks noGrp="1"/>
          </p:cNvSpPr>
          <p:nvPr/>
        </p:nvSpPr>
        <p:spPr>
          <a:xfrm>
            <a:off x="523875" y="2714625"/>
            <a:ext cx="1476375" cy="762000"/>
          </a:xfrm>
          <a:prstGeom prst="roundRect">
            <a:avLst>
              <a:gd name="adj" fmla="val 22500"/>
            </a:avLst>
          </a:prstGeom>
          <a:solidFill>
            <a:srgbClr val="F0D23F"/>
          </a:solidFill>
          <a:ln w="0">
            <a:noFill/>
          </a:ln>
        </p:spPr>
        <p:txBody>
          <a:bodyPr anchor="ctr"/>
          <a:lstStyle/>
          <a:p>
            <a:pPr algn="ctr">
              <a:defRPr sz="1425" b="1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43434"/>
                </a:solidFill>
                <a:latin typeface="Arial"/>
                <a:ea typeface="Arial"/>
                <a:cs typeface="Arial"/>
              </a:rPr>
              <a:t>URL dibaca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D55B3F1C-5802-4CB2-8D98-1902597E5F76}"/>
              </a:ext>
            </a:extLst>
          </p:cNvPr>
          <p:cNvSpPr>
            <a:spLocks noGrp="1"/>
          </p:cNvSpPr>
          <p:nvPr/>
        </p:nvSpPr>
        <p:spPr>
          <a:xfrm>
            <a:off x="2428875" y="2714625"/>
            <a:ext cx="1476375" cy="762000"/>
          </a:xfrm>
          <a:prstGeom prst="roundRect">
            <a:avLst>
              <a:gd name="adj" fmla="val 22500"/>
            </a:avLst>
          </a:prstGeom>
          <a:solidFill>
            <a:srgbClr val="77DBE1"/>
          </a:solidFill>
          <a:ln w="0">
            <a:noFill/>
          </a:ln>
        </p:spPr>
        <p:txBody>
          <a:bodyPr anchor="ctr"/>
          <a:lstStyle/>
          <a:p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DNS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11BC9A3-2011-447E-A156-22A0A9C7499C}"/>
              </a:ext>
            </a:extLst>
          </p:cNvPr>
          <p:cNvSpPr>
            <a:spLocks noGrp="1"/>
          </p:cNvSpPr>
          <p:nvPr/>
        </p:nvSpPr>
        <p:spPr>
          <a:xfrm>
            <a:off x="4333875" y="2714625"/>
            <a:ext cx="1476375" cy="762000"/>
          </a:xfrm>
          <a:prstGeom prst="roundRect">
            <a:avLst>
              <a:gd name="adj" fmla="val 22500"/>
            </a:avLst>
          </a:prstGeom>
          <a:solidFill>
            <a:srgbClr val="54CBA0"/>
          </a:solidFill>
          <a:ln w="0">
            <a:noFill/>
          </a:ln>
        </p:spPr>
        <p:txBody>
          <a:bodyPr anchor="ctr"/>
          <a:lstStyle/>
          <a:p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Koneksi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6CA2AA6-738F-4887-90CA-23B35AFBE8BD}"/>
              </a:ext>
            </a:extLst>
          </p:cNvPr>
          <p:cNvSpPr>
            <a:spLocks noGrp="1"/>
          </p:cNvSpPr>
          <p:nvPr/>
        </p:nvSpPr>
        <p:spPr>
          <a:xfrm>
            <a:off x="6238875" y="2714625"/>
            <a:ext cx="1476375" cy="762000"/>
          </a:xfrm>
          <a:prstGeom prst="roundRect">
            <a:avLst>
              <a:gd name="adj" fmla="val 22500"/>
            </a:avLst>
          </a:prstGeom>
          <a:solidFill>
            <a:srgbClr val="ED3B55"/>
          </a:solidFill>
          <a:ln w="0">
            <a:noFill/>
          </a:ln>
        </p:spPr>
        <p:txBody>
          <a:bodyPr anchor="ctr"/>
          <a:lstStyle/>
          <a:p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HTTP request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52CB02B-43A6-4A8D-82B2-3EAE1C84ECD8}"/>
              </a:ext>
            </a:extLst>
          </p:cNvPr>
          <p:cNvSpPr>
            <a:spLocks noGrp="1"/>
          </p:cNvSpPr>
          <p:nvPr/>
        </p:nvSpPr>
        <p:spPr>
          <a:xfrm>
            <a:off x="8143875" y="2714625"/>
            <a:ext cx="1476375" cy="762000"/>
          </a:xfrm>
          <a:prstGeom prst="roundRect">
            <a:avLst>
              <a:gd name="adj" fmla="val 22500"/>
            </a:avLst>
          </a:prstGeom>
          <a:solidFill>
            <a:srgbClr val="F79465"/>
          </a:solidFill>
          <a:ln w="0">
            <a:noFill/>
          </a:ln>
        </p:spPr>
        <p:txBody>
          <a:bodyPr anchor="ctr"/>
          <a:lstStyle/>
          <a:p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HTTP response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2D56DAE-85DA-47C2-873F-01A3B587A979}"/>
              </a:ext>
            </a:extLst>
          </p:cNvPr>
          <p:cNvSpPr>
            <a:spLocks noGrp="1"/>
          </p:cNvSpPr>
          <p:nvPr/>
        </p:nvSpPr>
        <p:spPr>
          <a:xfrm>
            <a:off x="10048875" y="2714625"/>
            <a:ext cx="1476375" cy="762000"/>
          </a:xfrm>
          <a:prstGeom prst="roundRect">
            <a:avLst>
              <a:gd name="adj" fmla="val 22500"/>
            </a:avLst>
          </a:prstGeom>
          <a:solidFill>
            <a:srgbClr val="78AAE1"/>
          </a:solidFill>
          <a:ln w="0">
            <a:noFill/>
          </a:ln>
        </p:spPr>
        <p:txBody>
          <a:bodyPr anchor="ctr"/>
          <a:lstStyle/>
          <a:p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Render</a:t>
            </a:r>
          </a:p>
        </p:txBody>
      </p:sp>
      <p:cxnSp>
        <p:nvCxnSpPr>
          <p:cNvPr id="21" name="Straight Arrow Connector 20"/>
          <p:cNvCxnSpPr>
            <a:stCxn id="2" idx="3"/>
            <a:endCxn id="3" idx="1"/>
          </p:cNvCxnSpPr>
          <p:nvPr/>
        </p:nvCxnSpPr>
        <p:spPr>
          <a:xfrm>
            <a:off x="2000250" y="3095625"/>
            <a:ext cx="428625" cy="0"/>
          </a:xfrm>
          <a:prstGeom prst="straightConnector1">
            <a:avLst/>
          </a:prstGeom>
          <a:ln w="19050">
            <a:solidFill>
              <a:srgbClr val="666666"/>
            </a:solidFill>
            <a:prstDash val="solid"/>
          </a:ln>
        </p:spPr>
      </p:cxnSp>
      <p:cxnSp>
        <p:nvCxnSpPr>
          <p:cNvPr id="22" name="Straight Arrow Connector 21"/>
          <p:cNvCxnSpPr>
            <a:stCxn id="3" idx="3"/>
            <a:endCxn id="4" idx="1"/>
          </p:cNvCxnSpPr>
          <p:nvPr/>
        </p:nvCxnSpPr>
        <p:spPr>
          <a:xfrm>
            <a:off x="3905250" y="3095625"/>
            <a:ext cx="428625" cy="0"/>
          </a:xfrm>
          <a:prstGeom prst="straightConnector1">
            <a:avLst/>
          </a:prstGeom>
          <a:ln w="19050">
            <a:solidFill>
              <a:srgbClr val="666666"/>
            </a:solidFill>
            <a:prstDash val="solid"/>
          </a:ln>
        </p:spPr>
      </p:cxnSp>
      <p:cxnSp>
        <p:nvCxnSpPr>
          <p:cNvPr id="23" name="Straight Arrow Connector 22"/>
          <p:cNvCxnSpPr>
            <a:stCxn id="4" idx="3"/>
            <a:endCxn id="5" idx="1"/>
          </p:cNvCxnSpPr>
          <p:nvPr/>
        </p:nvCxnSpPr>
        <p:spPr>
          <a:xfrm>
            <a:off x="5810250" y="3095625"/>
            <a:ext cx="428625" cy="0"/>
          </a:xfrm>
          <a:prstGeom prst="straightConnector1">
            <a:avLst/>
          </a:prstGeom>
          <a:ln w="19050">
            <a:solidFill>
              <a:srgbClr val="666666"/>
            </a:solidFill>
            <a:prstDash val="solid"/>
          </a:ln>
        </p:spPr>
      </p:cxnSp>
      <p:cxnSp>
        <p:nvCxnSpPr>
          <p:cNvPr id="24" name="Straight Arrow Connector 23"/>
          <p:cNvCxnSpPr>
            <a:stCxn id="5" idx="3"/>
            <a:endCxn id="6" idx="1"/>
          </p:cNvCxnSpPr>
          <p:nvPr/>
        </p:nvCxnSpPr>
        <p:spPr>
          <a:xfrm>
            <a:off x="7715250" y="3095625"/>
            <a:ext cx="428625" cy="0"/>
          </a:xfrm>
          <a:prstGeom prst="straightConnector1">
            <a:avLst/>
          </a:prstGeom>
          <a:ln w="19050">
            <a:solidFill>
              <a:srgbClr val="666666"/>
            </a:solidFill>
            <a:prstDash val="solid"/>
          </a:ln>
        </p:spPr>
      </p:cxnSp>
      <p:cxnSp>
        <p:nvCxnSpPr>
          <p:cNvPr id="25" name="Straight Arrow Connector 24"/>
          <p:cNvCxnSpPr>
            <a:stCxn id="6" idx="3"/>
            <a:endCxn id="7" idx="1"/>
          </p:cNvCxnSpPr>
          <p:nvPr/>
        </p:nvCxnSpPr>
        <p:spPr>
          <a:xfrm>
            <a:off x="9620250" y="3095625"/>
            <a:ext cx="428625" cy="0"/>
          </a:xfrm>
          <a:prstGeom prst="straightConnector1">
            <a:avLst/>
          </a:prstGeom>
          <a:ln w="19050">
            <a:solidFill>
              <a:srgbClr val="666666"/>
            </a:solidFill>
            <a:prstDash val="solid"/>
          </a:ln>
        </p:spPr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0A477106-B8DF-402E-9259-BE5FDBF5DF97}"/>
              </a:ext>
            </a:extLst>
          </p:cNvPr>
          <p:cNvSpPr>
            <a:spLocks noGrp="1"/>
          </p:cNvSpPr>
          <p:nvPr/>
        </p:nvSpPr>
        <p:spPr>
          <a:xfrm>
            <a:off x="2095500" y="4191000"/>
            <a:ext cx="809625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defRPr sz="1875" b="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43434"/>
                </a:solidFill>
                <a:latin typeface="Arial"/>
                <a:ea typeface="Arial"/>
                <a:cs typeface="Arial"/>
              </a:rPr>
              <a:t>Satu tampilan dapat memerlukan banyak request untuk HTML, CSS, JavaScript, font, dan gambar.</a:t>
            </a:r>
          </a:p>
        </p:txBody>
      </p:sp>
    </p:spTree>
    <p:extLst>
      <p:ext uri="{BB962C8B-B14F-4D97-AF65-F5344CB8AC3E}">
        <p14:creationId xmlns:p14="http://schemas.microsoft.com/office/powerpoint/2010/main" val="39400087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9AF9BD5-133F-4C97-880D-4199F68A7C16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10953750" cy="609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2925" b="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2925" b="0">
                <a:solidFill>
                  <a:srgbClr val="343434"/>
                </a:solidFill>
                <a:latin typeface="Arial"/>
                <a:ea typeface="Arial"/>
                <a:cs typeface="Arial"/>
              </a:rPr>
              <a:t>HTTP request dan response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310F67D-32F1-4C51-A803-78E9F819DF24}"/>
              </a:ext>
            </a:extLst>
          </p:cNvPr>
          <p:cNvSpPr>
            <a:spLocks noGrp="1"/>
          </p:cNvSpPr>
          <p:nvPr/>
        </p:nvSpPr>
        <p:spPr>
          <a:xfrm>
            <a:off x="1143000" y="1381125"/>
            <a:ext cx="2571750" cy="4191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2025" b="1">
                <a:solidFill>
                  <a:srgbClr val="ED3B5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ED3B55"/>
                </a:solidFill>
                <a:latin typeface="Arial"/>
                <a:ea typeface="Arial"/>
                <a:cs typeface="Arial"/>
              </a:rPr>
              <a:t>REQUEST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A5DC2E6-C31D-490D-82B6-CDF264DD1BCE}"/>
              </a:ext>
            </a:extLst>
          </p:cNvPr>
          <p:cNvSpPr>
            <a:spLocks noGrp="1"/>
          </p:cNvSpPr>
          <p:nvPr/>
        </p:nvSpPr>
        <p:spPr>
          <a:xfrm>
            <a:off x="1095375" y="1952625"/>
            <a:ext cx="3714750" cy="26670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marL="228600" indent="-114300">
              <a:spcAft>
                <a:spcPts val="1000"/>
              </a:spcAft>
              <a:buChar char="•"/>
              <a:defRPr sz="180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343434"/>
                </a:solidFill>
                <a:latin typeface="Arial"/>
                <a:ea typeface="Arial"/>
                <a:cs typeface="Arial"/>
              </a:rPr>
              <a:t>Method: GET atau POST</a:t>
            </a:r>
          </a:p>
          <a:p>
            <a:pPr marL="228600" indent="-114300">
              <a:spcAft>
                <a:spcPts val="1000"/>
              </a:spcAft>
              <a:buChar char="•"/>
              <a:defRPr sz="180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343434"/>
                </a:solidFill>
                <a:latin typeface="Arial"/>
                <a:ea typeface="Arial"/>
                <a:cs typeface="Arial"/>
              </a:rPr>
              <a:t>Target URL</a:t>
            </a:r>
          </a:p>
          <a:p>
            <a:pPr marL="228600" indent="-114300">
              <a:spcAft>
                <a:spcPts val="1000"/>
              </a:spcAft>
              <a:buChar char="•"/>
              <a:defRPr sz="180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343434"/>
                </a:solidFill>
                <a:latin typeface="Arial"/>
                <a:ea typeface="Arial"/>
                <a:cs typeface="Arial"/>
              </a:rPr>
              <a:t>Headers</a:t>
            </a:r>
          </a:p>
          <a:p>
            <a:pPr marL="228600" indent="-114300">
              <a:spcAft>
                <a:spcPts val="1000"/>
              </a:spcAft>
              <a:buChar char="•"/>
              <a:defRPr sz="180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343434"/>
                </a:solidFill>
                <a:latin typeface="Arial"/>
                <a:ea typeface="Arial"/>
                <a:cs typeface="Arial"/>
              </a:rPr>
              <a:t>Body bila diperlukan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6F28BD9-7933-4232-B1A6-9DFEF8E4250E}"/>
              </a:ext>
            </a:extLst>
          </p:cNvPr>
          <p:cNvSpPr>
            <a:spLocks noGrp="1"/>
          </p:cNvSpPr>
          <p:nvPr/>
        </p:nvSpPr>
        <p:spPr>
          <a:xfrm>
            <a:off x="7715250" y="1381125"/>
            <a:ext cx="2571750" cy="4191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2025" b="1">
                <a:solidFill>
                  <a:srgbClr val="F0D23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0D23F"/>
                </a:solidFill>
                <a:latin typeface="Arial"/>
                <a:ea typeface="Arial"/>
                <a:cs typeface="Arial"/>
              </a:rPr>
              <a:t>RESPONSE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F0CBCA7-3F1B-45AA-B1A0-FB00EB5A63E2}"/>
              </a:ext>
            </a:extLst>
          </p:cNvPr>
          <p:cNvSpPr>
            <a:spLocks noGrp="1"/>
          </p:cNvSpPr>
          <p:nvPr/>
        </p:nvSpPr>
        <p:spPr>
          <a:xfrm>
            <a:off x="7667625" y="1952625"/>
            <a:ext cx="3714750" cy="26670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marL="228600" indent="-114300">
              <a:spcAft>
                <a:spcPts val="1000"/>
              </a:spcAft>
              <a:buChar char="•"/>
              <a:defRPr sz="180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343434"/>
                </a:solidFill>
                <a:latin typeface="Arial"/>
                <a:ea typeface="Arial"/>
                <a:cs typeface="Arial"/>
              </a:rPr>
              <a:t>Status code</a:t>
            </a:r>
          </a:p>
          <a:p>
            <a:pPr marL="228600" indent="-114300">
              <a:spcAft>
                <a:spcPts val="1000"/>
              </a:spcAft>
              <a:buChar char="•"/>
              <a:defRPr sz="180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343434"/>
                </a:solidFill>
                <a:latin typeface="Arial"/>
                <a:ea typeface="Arial"/>
                <a:cs typeface="Arial"/>
              </a:rPr>
              <a:t>Headers</a:t>
            </a:r>
          </a:p>
          <a:p>
            <a:pPr marL="228600" indent="-114300">
              <a:spcAft>
                <a:spcPts val="1000"/>
              </a:spcAft>
              <a:buChar char="•"/>
              <a:defRPr sz="180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343434"/>
                </a:solidFill>
                <a:latin typeface="Arial"/>
                <a:ea typeface="Arial"/>
                <a:cs typeface="Arial"/>
              </a:rPr>
              <a:t>Content-Type</a:t>
            </a:r>
          </a:p>
          <a:p>
            <a:pPr marL="228600" indent="-114300">
              <a:spcAft>
                <a:spcPts val="1000"/>
              </a:spcAft>
              <a:buChar char="•"/>
              <a:defRPr sz="180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343434"/>
                </a:solidFill>
                <a:latin typeface="Arial"/>
                <a:ea typeface="Arial"/>
                <a:cs typeface="Arial"/>
              </a:rPr>
              <a:t>HTML, JSON, atau file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D7CB631-9795-4191-B4AD-F76CC78533F4}"/>
              </a:ext>
            </a:extLst>
          </p:cNvPr>
          <p:cNvSpPr>
            <a:spLocks noGrp="1"/>
          </p:cNvSpPr>
          <p:nvPr/>
        </p:nvSpPr>
        <p:spPr>
          <a:xfrm>
            <a:off x="2762250" y="5191125"/>
            <a:ext cx="6667500" cy="5238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defRPr sz="1875" b="1">
                <a:solidFill>
                  <a:srgbClr val="54CBA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54CBA0"/>
                </a:solidFill>
                <a:latin typeface="Arial"/>
                <a:ea typeface="Arial"/>
                <a:cs typeface="Arial"/>
              </a:rPr>
              <a:t>HTTP mengatur bentuk pesan antara client dan server</a:t>
            </a:r>
          </a:p>
        </p:txBody>
      </p:sp>
    </p:spTree>
    <p:extLst>
      <p:ext uri="{BB962C8B-B14F-4D97-AF65-F5344CB8AC3E}">
        <p14:creationId xmlns:p14="http://schemas.microsoft.com/office/powerpoint/2010/main" val="11983836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그림 개체 틀 20">
            <a:extLst>
              <a:ext uri="{FF2B5EF4-FFF2-40B4-BE49-F238E27FC236}">
                <a16:creationId xmlns:a16="http://schemas.microsoft.com/office/drawing/2014/main" id="{D990386F-2847-4A14-B3E7-4FAD312EAE08}"/>
              </a:ext>
            </a:extLst>
          </p:cNvPr>
          <p:cNvSpPr>
            <a:spLocks noGrp="1"/>
          </p:cNvSpPr>
          <p:nvPr>
            <p:ph type="pic" idx="15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23" name="그림 개체 틀 22">
            <a:extLst>
              <a:ext uri="{FF2B5EF4-FFF2-40B4-BE49-F238E27FC236}">
                <a16:creationId xmlns:a16="http://schemas.microsoft.com/office/drawing/2014/main" id="{A68E4659-A376-4F38-ACD3-D1A8AD73D68B}"/>
              </a:ext>
            </a:extLst>
          </p:cNvPr>
          <p:cNvSpPr>
            <a:spLocks noGrp="1"/>
          </p:cNvSpPr>
          <p:nvPr>
            <p:ph type="pic" idx="16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27" name="그림 개체 틀 26">
            <a:extLst>
              <a:ext uri="{FF2B5EF4-FFF2-40B4-BE49-F238E27FC236}">
                <a16:creationId xmlns:a16="http://schemas.microsoft.com/office/drawing/2014/main" id="{266649A8-0DA7-4759-8084-3CD23B30616E}"/>
              </a:ext>
            </a:extLst>
          </p:cNvPr>
          <p:cNvSpPr>
            <a:spLocks noGrp="1"/>
          </p:cNvSpPr>
          <p:nvPr>
            <p:ph type="pic" idx="17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B430BCF-99B6-42D8-BE1E-2BB123ABCAEE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10953750" cy="609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2925" b="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2925" b="0">
                <a:solidFill>
                  <a:srgbClr val="343434"/>
                </a:solidFill>
                <a:latin typeface="Arial"/>
                <a:ea typeface="Arial"/>
                <a:cs typeface="Arial"/>
              </a:rPr>
              <a:t>HTTP method dan status code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35C23201-7375-40D4-BA3F-1E2ACB127307}"/>
              </a:ext>
            </a:extLst>
          </p:cNvPr>
          <p:cNvSpPr>
            <a:spLocks noGrp="1"/>
          </p:cNvSpPr>
          <p:nvPr/>
        </p:nvSpPr>
        <p:spPr>
          <a:xfrm>
            <a:off x="666750" y="1285875"/>
            <a:ext cx="2286000" cy="666750"/>
          </a:xfrm>
          <a:prstGeom prst="roundRect">
            <a:avLst>
              <a:gd name="adj" fmla="val 25714"/>
            </a:avLst>
          </a:prstGeom>
          <a:solidFill>
            <a:srgbClr val="54CBA0"/>
          </a:solidFill>
          <a:ln w="0">
            <a:noFill/>
          </a:ln>
        </p:spPr>
        <p:txBody>
          <a:bodyPr anchor="ctr"/>
          <a:lstStyle/>
          <a:p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METHOD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A7DB3A8-2A17-4C6E-8A39-78944B304AE2}"/>
              </a:ext>
            </a:extLst>
          </p:cNvPr>
          <p:cNvSpPr>
            <a:spLocks noGrp="1"/>
          </p:cNvSpPr>
          <p:nvPr/>
        </p:nvSpPr>
        <p:spPr>
          <a:xfrm>
            <a:off x="714375" y="2190750"/>
            <a:ext cx="4429125" cy="23812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800" b="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43434"/>
                </a:solidFill>
                <a:latin typeface="Arial"/>
                <a:ea typeface="Arial"/>
                <a:cs typeface="Arial"/>
              </a:rPr>
              <a:t>GET mengambil data</a:t>
            </a:r>
          </a:p>
          <a:p>
            <a:pPr algn="l">
              <a:defRPr sz="1800" b="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43434"/>
                </a:solidFill>
                <a:latin typeface="Arial"/>
                <a:ea typeface="Arial"/>
                <a:cs typeface="Arial"/>
              </a:rPr>
              <a:t>POST membuat atau mengirim data</a:t>
            </a:r>
          </a:p>
          <a:p>
            <a:pPr algn="l">
              <a:defRPr sz="1800" b="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43434"/>
                </a:solidFill>
                <a:latin typeface="Arial"/>
                <a:ea typeface="Arial"/>
                <a:cs typeface="Arial"/>
              </a:rPr>
              <a:t>PATCH memperbarui sebagian</a:t>
            </a:r>
          </a:p>
          <a:p>
            <a:pPr algn="l">
              <a:defRPr sz="1800" b="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43434"/>
                </a:solidFill>
                <a:latin typeface="Arial"/>
                <a:ea typeface="Arial"/>
                <a:cs typeface="Arial"/>
              </a:rPr>
              <a:t>DELETE menghapus sumber daya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06900F7A-8922-441E-8C08-BD6E060CDB9E}"/>
              </a:ext>
            </a:extLst>
          </p:cNvPr>
          <p:cNvSpPr>
            <a:spLocks noGrp="1"/>
          </p:cNvSpPr>
          <p:nvPr/>
        </p:nvSpPr>
        <p:spPr>
          <a:xfrm>
            <a:off x="6477000" y="1285875"/>
            <a:ext cx="2857500" cy="666750"/>
          </a:xfrm>
          <a:prstGeom prst="roundRect">
            <a:avLst>
              <a:gd name="adj" fmla="val 25714"/>
            </a:avLst>
          </a:prstGeom>
          <a:solidFill>
            <a:srgbClr val="ED3B55"/>
          </a:solidFill>
          <a:ln w="0">
            <a:noFill/>
          </a:ln>
        </p:spPr>
        <p:txBody>
          <a:bodyPr anchor="ctr"/>
          <a:lstStyle/>
          <a:p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STATUS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7BAFEF0-D9C3-4EE0-B3FC-52415B04E2E6}"/>
              </a:ext>
            </a:extLst>
          </p:cNvPr>
          <p:cNvSpPr>
            <a:spLocks noGrp="1"/>
          </p:cNvSpPr>
          <p:nvPr/>
        </p:nvSpPr>
        <p:spPr>
          <a:xfrm>
            <a:off x="6524625" y="2190750"/>
            <a:ext cx="4524375" cy="2571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800" b="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43434"/>
                </a:solidFill>
                <a:latin typeface="Arial"/>
                <a:ea typeface="Arial"/>
                <a:cs typeface="Arial"/>
              </a:rPr>
              <a:t>200 berhasil</a:t>
            </a:r>
          </a:p>
          <a:p>
            <a:pPr algn="l">
              <a:defRPr sz="1800" b="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43434"/>
                </a:solidFill>
                <a:latin typeface="Arial"/>
                <a:ea typeface="Arial"/>
                <a:cs typeface="Arial"/>
              </a:rPr>
              <a:t>201 berhasil dibuat</a:t>
            </a:r>
          </a:p>
          <a:p>
            <a:pPr algn="l">
              <a:defRPr sz="1800" b="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43434"/>
                </a:solidFill>
                <a:latin typeface="Arial"/>
                <a:ea typeface="Arial"/>
                <a:cs typeface="Arial"/>
              </a:rPr>
              <a:t>401 perlu autentikasi</a:t>
            </a:r>
          </a:p>
          <a:p>
            <a:pPr algn="l">
              <a:defRPr sz="1800" b="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43434"/>
                </a:solidFill>
                <a:latin typeface="Arial"/>
                <a:ea typeface="Arial"/>
                <a:cs typeface="Arial"/>
              </a:rPr>
              <a:t>403 tidak berhak</a:t>
            </a:r>
          </a:p>
          <a:p>
            <a:pPr algn="l">
              <a:defRPr sz="1800" b="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43434"/>
                </a:solidFill>
                <a:latin typeface="Arial"/>
                <a:ea typeface="Arial"/>
                <a:cs typeface="Arial"/>
              </a:rPr>
              <a:t>404 tidak ditemukan</a:t>
            </a:r>
          </a:p>
          <a:p>
            <a:pPr algn="l">
              <a:defRPr sz="1800" b="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43434"/>
                </a:solidFill>
                <a:latin typeface="Arial"/>
                <a:ea typeface="Arial"/>
                <a:cs typeface="Arial"/>
              </a:rPr>
              <a:t>500 kesalahan server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03788E9-A8A5-4013-9E4F-6013D9C0D287}"/>
              </a:ext>
            </a:extLst>
          </p:cNvPr>
          <p:cNvSpPr>
            <a:spLocks noGrp="1"/>
          </p:cNvSpPr>
          <p:nvPr/>
        </p:nvSpPr>
        <p:spPr>
          <a:xfrm>
            <a:off x="2476500" y="5286375"/>
            <a:ext cx="7239000" cy="4191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defRPr sz="1650" b="1">
                <a:solidFill>
                  <a:srgbClr val="F7946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79465"/>
                </a:solidFill>
                <a:latin typeface="Arial"/>
                <a:ea typeface="Arial"/>
                <a:cs typeface="Arial"/>
              </a:rPr>
              <a:t>Method menyatakan maksud. Status menyatakan hasil.</a:t>
            </a:r>
          </a:p>
        </p:txBody>
      </p:sp>
    </p:spTree>
    <p:extLst>
      <p:ext uri="{BB962C8B-B14F-4D97-AF65-F5344CB8AC3E}">
        <p14:creationId xmlns:p14="http://schemas.microsoft.com/office/powerpoint/2010/main" val="23456298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AD0EED5-AB8B-4557-9C46-E8599E8BA148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10953750" cy="609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2925" b="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2925" b="0">
                <a:solidFill>
                  <a:srgbClr val="343434"/>
                </a:solidFill>
                <a:latin typeface="Arial"/>
                <a:ea typeface="Arial"/>
                <a:cs typeface="Arial"/>
              </a:rPr>
              <a:t>Browser membentuk tampilan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EA1873E-2B78-449D-955D-EE86D4E0763E}"/>
              </a:ext>
            </a:extLst>
          </p:cNvPr>
          <p:cNvSpPr>
            <a:spLocks noGrp="1"/>
          </p:cNvSpPr>
          <p:nvPr/>
        </p:nvSpPr>
        <p:spPr>
          <a:xfrm>
            <a:off x="4191000" y="1238250"/>
            <a:ext cx="4191000" cy="552450"/>
          </a:xfrm>
          <a:prstGeom prst="roundRect">
            <a:avLst>
              <a:gd name="adj" fmla="val 31034"/>
            </a:avLst>
          </a:prstGeom>
          <a:solidFill>
            <a:srgbClr val="F0D23F"/>
          </a:solidFill>
          <a:ln w="0">
            <a:noFill/>
          </a:ln>
        </p:spPr>
        <p:txBody>
          <a:bodyPr anchor="ctr"/>
          <a:lstStyle/>
          <a:p>
            <a:pPr algn="ctr">
              <a:defRPr sz="1500" b="1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43434"/>
                </a:solidFill>
                <a:latin typeface="Arial"/>
                <a:ea typeface="Arial"/>
                <a:cs typeface="Arial"/>
              </a:rPr>
              <a:t>HTML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FFD98E38-D5B6-4C39-BFE3-FF4D9E7C2269}"/>
              </a:ext>
            </a:extLst>
          </p:cNvPr>
          <p:cNvSpPr>
            <a:spLocks noGrp="1"/>
          </p:cNvSpPr>
          <p:nvPr/>
        </p:nvSpPr>
        <p:spPr>
          <a:xfrm>
            <a:off x="4429125" y="1981200"/>
            <a:ext cx="3714750" cy="552450"/>
          </a:xfrm>
          <a:prstGeom prst="roundRect">
            <a:avLst>
              <a:gd name="adj" fmla="val 31034"/>
            </a:avLst>
          </a:prstGeom>
          <a:solidFill>
            <a:srgbClr val="F79465"/>
          </a:solidFill>
          <a:ln w="0">
            <a:noFill/>
          </a:ln>
        </p:spPr>
        <p:txBody>
          <a:bodyPr anchor="ctr"/>
          <a:lstStyle/>
          <a:p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DOM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056F0F0-DBE2-4D01-8564-2914757DEDDA}"/>
              </a:ext>
            </a:extLst>
          </p:cNvPr>
          <p:cNvSpPr>
            <a:spLocks noGrp="1"/>
          </p:cNvSpPr>
          <p:nvPr/>
        </p:nvSpPr>
        <p:spPr>
          <a:xfrm>
            <a:off x="4667250" y="2724150"/>
            <a:ext cx="3238500" cy="552450"/>
          </a:xfrm>
          <a:prstGeom prst="roundRect">
            <a:avLst>
              <a:gd name="adj" fmla="val 31034"/>
            </a:avLst>
          </a:prstGeom>
          <a:solidFill>
            <a:srgbClr val="ED3B55"/>
          </a:solidFill>
          <a:ln w="0">
            <a:noFill/>
          </a:ln>
        </p:spPr>
        <p:txBody>
          <a:bodyPr anchor="ctr"/>
          <a:lstStyle/>
          <a:p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CSS dan CSSOM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9BC5112-CDA1-47D8-8073-BA203E3DEAB7}"/>
              </a:ext>
            </a:extLst>
          </p:cNvPr>
          <p:cNvSpPr>
            <a:spLocks noGrp="1"/>
          </p:cNvSpPr>
          <p:nvPr/>
        </p:nvSpPr>
        <p:spPr>
          <a:xfrm>
            <a:off x="4905375" y="3467100"/>
            <a:ext cx="2762250" cy="552450"/>
          </a:xfrm>
          <a:prstGeom prst="roundRect">
            <a:avLst>
              <a:gd name="adj" fmla="val 31034"/>
            </a:avLst>
          </a:prstGeom>
          <a:solidFill>
            <a:srgbClr val="54CBA0"/>
          </a:solidFill>
          <a:ln w="0">
            <a:noFill/>
          </a:ln>
        </p:spPr>
        <p:txBody>
          <a:bodyPr anchor="ctr"/>
          <a:lstStyle/>
          <a:p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Render tree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AE2965F-56B2-45E2-9DF0-E4E13B39AF6F}"/>
              </a:ext>
            </a:extLst>
          </p:cNvPr>
          <p:cNvSpPr>
            <a:spLocks noGrp="1"/>
          </p:cNvSpPr>
          <p:nvPr/>
        </p:nvSpPr>
        <p:spPr>
          <a:xfrm>
            <a:off x="5143500" y="4210050"/>
            <a:ext cx="2286000" cy="552450"/>
          </a:xfrm>
          <a:prstGeom prst="roundRect">
            <a:avLst>
              <a:gd name="adj" fmla="val 31034"/>
            </a:avLst>
          </a:prstGeom>
          <a:solidFill>
            <a:srgbClr val="78AAE1"/>
          </a:solidFill>
          <a:ln w="0">
            <a:noFill/>
          </a:ln>
        </p:spPr>
        <p:txBody>
          <a:bodyPr anchor="ctr"/>
          <a:lstStyle/>
          <a:p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Layout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07C600D-0B2E-4C3D-8300-704E8D864967}"/>
              </a:ext>
            </a:extLst>
          </p:cNvPr>
          <p:cNvSpPr>
            <a:spLocks noGrp="1"/>
          </p:cNvSpPr>
          <p:nvPr/>
        </p:nvSpPr>
        <p:spPr>
          <a:xfrm>
            <a:off x="5381625" y="4953000"/>
            <a:ext cx="1809750" cy="552450"/>
          </a:xfrm>
          <a:prstGeom prst="roundRect">
            <a:avLst>
              <a:gd name="adj" fmla="val 31034"/>
            </a:avLst>
          </a:prstGeom>
          <a:solidFill>
            <a:srgbClr val="77DBE1"/>
          </a:solidFill>
          <a:ln w="0">
            <a:noFill/>
          </a:ln>
        </p:spPr>
        <p:txBody>
          <a:bodyPr anchor="ctr"/>
          <a:lstStyle/>
          <a:p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Paint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85ADEB4-1EEC-4AF4-AFA5-3F3385A403CD}"/>
              </a:ext>
            </a:extLst>
          </p:cNvPr>
          <p:cNvSpPr>
            <a:spLocks noGrp="1"/>
          </p:cNvSpPr>
          <p:nvPr/>
        </p:nvSpPr>
        <p:spPr>
          <a:xfrm>
            <a:off x="904875" y="2809875"/>
            <a:ext cx="3619500" cy="14763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725" b="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43434"/>
                </a:solidFill>
                <a:latin typeface="Arial"/>
                <a:ea typeface="Arial"/>
                <a:cs typeface="Arial"/>
              </a:rPr>
              <a:t>JavaScript dapat membaca atau mengubah DOM. Perubahan dapat memicu layout dan paint ulang.</a:t>
            </a:r>
          </a:p>
        </p:txBody>
      </p:sp>
    </p:spTree>
    <p:extLst>
      <p:ext uri="{BB962C8B-B14F-4D97-AF65-F5344CB8AC3E}">
        <p14:creationId xmlns:p14="http://schemas.microsoft.com/office/powerpoint/2010/main" val="15470123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FD47517-8C5F-4EA6-9FD8-1E8AA14621C4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10953750" cy="609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2925" b="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2925" b="0">
                <a:solidFill>
                  <a:srgbClr val="343434"/>
                </a:solidFill>
                <a:latin typeface="Arial"/>
                <a:ea typeface="Arial"/>
                <a:cs typeface="Arial"/>
              </a:rPr>
              <a:t>HTML, CSS, dan JavaScript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6CBF4C0-0B83-41CA-AFAD-3C6A0AB7C261}"/>
              </a:ext>
            </a:extLst>
          </p:cNvPr>
          <p:cNvSpPr>
            <a:spLocks noGrp="1"/>
          </p:cNvSpPr>
          <p:nvPr/>
        </p:nvSpPr>
        <p:spPr>
          <a:xfrm>
            <a:off x="1809750" y="1428750"/>
            <a:ext cx="2476500" cy="4286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defRPr sz="2250" b="1">
                <a:solidFill>
                  <a:srgbClr val="ED3B5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ED3B55"/>
                </a:solidFill>
                <a:latin typeface="Arial"/>
                <a:ea typeface="Arial"/>
                <a:cs typeface="Arial"/>
              </a:rPr>
              <a:t>STRUKTUR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E1D4832-485B-49F1-836D-282D592E66C2}"/>
              </a:ext>
            </a:extLst>
          </p:cNvPr>
          <p:cNvSpPr>
            <a:spLocks noGrp="1"/>
          </p:cNvSpPr>
          <p:nvPr/>
        </p:nvSpPr>
        <p:spPr>
          <a:xfrm>
            <a:off x="1095375" y="2095500"/>
            <a:ext cx="4381500" cy="2857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marL="228600" indent="-114300">
              <a:spcAft>
                <a:spcPts val="1000"/>
              </a:spcAft>
              <a:buChar char="•"/>
              <a:defRPr sz="1725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343434"/>
                </a:solidFill>
                <a:latin typeface="Arial"/>
                <a:ea typeface="Arial"/>
                <a:cs typeface="Arial"/>
              </a:rPr>
              <a:t>HTML memberi makna pada konten</a:t>
            </a:r>
          </a:p>
          <a:p>
            <a:pPr marL="228600" indent="-114300">
              <a:spcAft>
                <a:spcPts val="1000"/>
              </a:spcAft>
              <a:buChar char="•"/>
              <a:defRPr sz="1725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343434"/>
                </a:solidFill>
                <a:latin typeface="Arial"/>
                <a:ea typeface="Arial"/>
                <a:cs typeface="Arial"/>
              </a:rPr>
              <a:t>Heading membentuk hierarki</a:t>
            </a:r>
          </a:p>
          <a:p>
            <a:pPr marL="228600" indent="-114300">
              <a:spcAft>
                <a:spcPts val="1000"/>
              </a:spcAft>
              <a:buChar char="•"/>
              <a:defRPr sz="1725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343434"/>
                </a:solidFill>
                <a:latin typeface="Arial"/>
                <a:ea typeface="Arial"/>
                <a:cs typeface="Arial"/>
              </a:rPr>
              <a:t>Link menghubungkan sumber daya</a:t>
            </a:r>
          </a:p>
          <a:p>
            <a:pPr marL="228600" indent="-114300">
              <a:spcAft>
                <a:spcPts val="1000"/>
              </a:spcAft>
              <a:buChar char="•"/>
              <a:defRPr sz="1725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343434"/>
                </a:solidFill>
                <a:latin typeface="Arial"/>
                <a:ea typeface="Arial"/>
                <a:cs typeface="Arial"/>
              </a:rPr>
              <a:t>Form menerima input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BB988A5-BAAD-4731-904B-D42ACA33FEDD}"/>
              </a:ext>
            </a:extLst>
          </p:cNvPr>
          <p:cNvSpPr>
            <a:spLocks noGrp="1"/>
          </p:cNvSpPr>
          <p:nvPr/>
        </p:nvSpPr>
        <p:spPr>
          <a:xfrm>
            <a:off x="7143750" y="1428750"/>
            <a:ext cx="3714750" cy="4286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defRPr sz="2025" b="1">
                <a:solidFill>
                  <a:srgbClr val="F0D23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0D23F"/>
                </a:solidFill>
                <a:latin typeface="Arial"/>
                <a:ea typeface="Arial"/>
                <a:cs typeface="Arial"/>
              </a:rPr>
              <a:t>TAMPILAN DAN PERILAKU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AFB5842-5E4A-4A40-9EB0-591D0BBFD272}"/>
              </a:ext>
            </a:extLst>
          </p:cNvPr>
          <p:cNvSpPr>
            <a:spLocks noGrp="1"/>
          </p:cNvSpPr>
          <p:nvPr/>
        </p:nvSpPr>
        <p:spPr>
          <a:xfrm>
            <a:off x="6810375" y="2095500"/>
            <a:ext cx="4381500" cy="2857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marL="228600" indent="-114300">
              <a:spcAft>
                <a:spcPts val="1000"/>
              </a:spcAft>
              <a:buChar char="•"/>
              <a:defRPr sz="1725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343434"/>
                </a:solidFill>
                <a:latin typeface="Arial"/>
                <a:ea typeface="Arial"/>
                <a:cs typeface="Arial"/>
              </a:rPr>
              <a:t>CSS mengatur presentasi</a:t>
            </a:r>
          </a:p>
          <a:p>
            <a:pPr marL="228600" indent="-114300">
              <a:spcAft>
                <a:spcPts val="1000"/>
              </a:spcAft>
              <a:buChar char="•"/>
              <a:defRPr sz="1725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343434"/>
                </a:solidFill>
                <a:latin typeface="Arial"/>
                <a:ea typeface="Arial"/>
                <a:cs typeface="Arial"/>
              </a:rPr>
              <a:t>JavaScript menangani interaksi</a:t>
            </a:r>
          </a:p>
          <a:p>
            <a:pPr marL="228600" indent="-114300">
              <a:spcAft>
                <a:spcPts val="1000"/>
              </a:spcAft>
              <a:buChar char="•"/>
              <a:defRPr sz="1725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343434"/>
                </a:solidFill>
                <a:latin typeface="Arial"/>
                <a:ea typeface="Arial"/>
                <a:cs typeface="Arial"/>
              </a:rPr>
              <a:t>Browser menyatukan ketiganya</a:t>
            </a:r>
          </a:p>
          <a:p>
            <a:pPr marL="228600" indent="-114300">
              <a:spcAft>
                <a:spcPts val="1000"/>
              </a:spcAft>
              <a:buChar char="•"/>
              <a:defRPr sz="1725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343434"/>
                </a:solidFill>
                <a:latin typeface="Arial"/>
                <a:ea typeface="Arial"/>
                <a:cs typeface="Arial"/>
              </a:rPr>
              <a:t>Tanggung jawab tetap dipisahkan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2418EBA-152E-48C2-B1BB-A6A398E31583}"/>
              </a:ext>
            </a:extLst>
          </p:cNvPr>
          <p:cNvSpPr>
            <a:spLocks noGrp="1"/>
          </p:cNvSpPr>
          <p:nvPr/>
        </p:nvSpPr>
        <p:spPr>
          <a:xfrm>
            <a:off x="2476500" y="5286375"/>
            <a:ext cx="7239000" cy="4762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defRPr sz="1725" b="1">
                <a:solidFill>
                  <a:srgbClr val="54CBA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54CBA0"/>
                </a:solidFill>
                <a:latin typeface="Arial"/>
                <a:ea typeface="Arial"/>
                <a:cs typeface="Arial"/>
              </a:rPr>
              <a:t>Fondasi web tetap penting meskipun proyek memakai framework.</a:t>
            </a:r>
          </a:p>
        </p:txBody>
      </p:sp>
    </p:spTree>
    <p:extLst>
      <p:ext uri="{BB962C8B-B14F-4D97-AF65-F5344CB8AC3E}">
        <p14:creationId xmlns:p14="http://schemas.microsoft.com/office/powerpoint/2010/main" val="11983836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35F7F3-C1B5-4B60-A00A-4EB618DDFB5A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Round Diagonal Corner Rectangle 44">
            <a:extLst>
              <a:ext uri="{FF2B5EF4-FFF2-40B4-BE49-F238E27FC236}">
                <a16:creationId xmlns:a16="http://schemas.microsoft.com/office/drawing/2014/main" id="{9AABDC2A-0D7D-467A-AE59-C68267B87F1C}"/>
              </a:ext>
            </a:extLst>
          </p:cNvPr>
          <p:cNvSpPr>
            <a:spLocks noGrp="1"/>
          </p:cNvSpPr>
          <p:nvPr/>
        </p:nvSpPr>
        <p:spPr>
          <a:xfrm>
            <a:off x="6878418" y="4337238"/>
            <a:ext cx="4378476" cy="1692000"/>
          </a:xfrm>
          <a:prstGeom prst="round2DiagRect">
            <a:avLst/>
          </a:prstGeom>
          <a:solidFill>
            <a:srgbClr val="ECEC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2700"/>
          </a:p>
        </p:txBody>
      </p:sp>
      <p:sp>
        <p:nvSpPr>
          <p:cNvPr id="4" name="Round Diagonal Corner Rectangle 45">
            <a:extLst>
              <a:ext uri="{FF2B5EF4-FFF2-40B4-BE49-F238E27FC236}">
                <a16:creationId xmlns:a16="http://schemas.microsoft.com/office/drawing/2014/main" id="{DF00F298-305B-454B-887A-88FCF2ED8A9E}"/>
              </a:ext>
            </a:extLst>
          </p:cNvPr>
          <p:cNvSpPr>
            <a:spLocks noGrp="1"/>
          </p:cNvSpPr>
          <p:nvPr/>
        </p:nvSpPr>
        <p:spPr>
          <a:xfrm flipH="1">
            <a:off x="935106" y="4337238"/>
            <a:ext cx="4378476" cy="1692000"/>
          </a:xfrm>
          <a:prstGeom prst="round2DiagRect">
            <a:avLst/>
          </a:prstGeom>
          <a:solidFill>
            <a:srgbClr val="ECEC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2700"/>
          </a:p>
        </p:txBody>
      </p:sp>
      <p:sp>
        <p:nvSpPr>
          <p:cNvPr id="5" name="Round Diagonal Corner Rectangle 37">
            <a:extLst>
              <a:ext uri="{FF2B5EF4-FFF2-40B4-BE49-F238E27FC236}">
                <a16:creationId xmlns:a16="http://schemas.microsoft.com/office/drawing/2014/main" id="{2D1EA907-9C64-4E63-880E-9432D5658A6B}"/>
              </a:ext>
            </a:extLst>
          </p:cNvPr>
          <p:cNvSpPr>
            <a:spLocks noGrp="1"/>
          </p:cNvSpPr>
          <p:nvPr/>
        </p:nvSpPr>
        <p:spPr>
          <a:xfrm flipH="1">
            <a:off x="6878418" y="1799109"/>
            <a:ext cx="4378476" cy="1692000"/>
          </a:xfrm>
          <a:prstGeom prst="round2DiagRect">
            <a:avLst/>
          </a:prstGeom>
          <a:solidFill>
            <a:srgbClr val="ECEC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2700"/>
          </a:p>
        </p:txBody>
      </p:sp>
      <p:sp>
        <p:nvSpPr>
          <p:cNvPr id="6" name="Round Diagonal Corner Rectangle 1">
            <a:extLst>
              <a:ext uri="{FF2B5EF4-FFF2-40B4-BE49-F238E27FC236}">
                <a16:creationId xmlns:a16="http://schemas.microsoft.com/office/drawing/2014/main" id="{D2BA7943-11CE-42A9-BF50-BFDF733E77DE}"/>
              </a:ext>
            </a:extLst>
          </p:cNvPr>
          <p:cNvSpPr>
            <a:spLocks noGrp="1"/>
          </p:cNvSpPr>
          <p:nvPr/>
        </p:nvSpPr>
        <p:spPr>
          <a:xfrm>
            <a:off x="942554" y="1799109"/>
            <a:ext cx="4378476" cy="1692000"/>
          </a:xfrm>
          <a:prstGeom prst="round2DiagRect">
            <a:avLst/>
          </a:prstGeom>
          <a:solidFill>
            <a:srgbClr val="ECEC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2700"/>
          </a:p>
        </p:txBody>
      </p:sp>
      <p:sp>
        <p:nvSpPr>
          <p:cNvPr id="8" name="Oval 70">
            <a:extLst>
              <a:ext uri="{FF2B5EF4-FFF2-40B4-BE49-F238E27FC236}">
                <a16:creationId xmlns:a16="http://schemas.microsoft.com/office/drawing/2014/main" id="{5FB8A778-D022-46F3-A9D8-62FC50063505}"/>
              </a:ext>
            </a:extLst>
          </p:cNvPr>
          <p:cNvSpPr>
            <a:spLocks noGrp="1"/>
          </p:cNvSpPr>
          <p:nvPr/>
        </p:nvSpPr>
        <p:spPr>
          <a:xfrm>
            <a:off x="1368205" y="2107838"/>
            <a:ext cx="206152" cy="20615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2700">
              <a:solidFill>
                <a:schemeClr val="accent1"/>
              </a:solidFill>
            </a:endParaRPr>
          </a:p>
        </p:txBody>
      </p:sp>
      <p:sp>
        <p:nvSpPr>
          <p:cNvPr id="9" name="Chevron 71">
            <a:extLst>
              <a:ext uri="{FF2B5EF4-FFF2-40B4-BE49-F238E27FC236}">
                <a16:creationId xmlns:a16="http://schemas.microsoft.com/office/drawing/2014/main" id="{9621D51E-1A06-4469-BA62-ECC9A096012B}"/>
              </a:ext>
            </a:extLst>
          </p:cNvPr>
          <p:cNvSpPr>
            <a:spLocks noGrp="1"/>
          </p:cNvSpPr>
          <p:nvPr/>
        </p:nvSpPr>
        <p:spPr>
          <a:xfrm>
            <a:off x="1435281" y="2155105"/>
            <a:ext cx="72000" cy="108000"/>
          </a:xfrm>
          <a:prstGeom prst="chevron">
            <a:avLst>
              <a:gd name="adj" fmla="val 652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2700">
              <a:solidFill>
                <a:schemeClr val="accent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847619-E520-44F4-B602-38A933415D4A}"/>
              </a:ext>
            </a:extLst>
          </p:cNvPr>
          <p:cNvSpPr>
            <a:spLocks noGrp="1"/>
          </p:cNvSpPr>
          <p:nvPr/>
        </p:nvSpPr>
        <p:spPr>
          <a:xfrm>
            <a:off x="1627542" y="2055218"/>
            <a:ext cx="2973635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endParaRPr sz="1400" b="1">
              <a:solidFill>
                <a:schemeClr val="accent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D390E67-855F-48E7-83E4-E1C808022641}"/>
              </a:ext>
            </a:extLst>
          </p:cNvPr>
          <p:cNvSpPr>
            <a:spLocks noGrp="1"/>
          </p:cNvSpPr>
          <p:nvPr/>
        </p:nvSpPr>
        <p:spPr>
          <a:xfrm>
            <a:off x="1627542" y="2348508"/>
            <a:ext cx="297363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12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4" name="Block Arc 2">
            <a:extLst>
              <a:ext uri="{FF2B5EF4-FFF2-40B4-BE49-F238E27FC236}">
                <a16:creationId xmlns:a16="http://schemas.microsoft.com/office/drawing/2014/main" id="{0BAEF98D-06D6-4A4A-854E-85C1BF610620}"/>
              </a:ext>
            </a:extLst>
          </p:cNvPr>
          <p:cNvSpPr>
            <a:spLocks noGrp="1"/>
          </p:cNvSpPr>
          <p:nvPr/>
        </p:nvSpPr>
        <p:spPr>
          <a:xfrm>
            <a:off x="6099230" y="2252020"/>
            <a:ext cx="1692113" cy="1682280"/>
          </a:xfrm>
          <a:custGeom>
            <a:avLst/>
            <a:gdLst/>
            <a:ahLst/>
            <a:cxnLst/>
            <a:rect l="l" t="t" r="r" b="b"/>
            <a:pathLst>
              <a:path w="1692113" h="1682280">
                <a:moveTo>
                  <a:pt x="0" y="1"/>
                </a:moveTo>
                <a:cubicBezTo>
                  <a:pt x="927789" y="-474"/>
                  <a:pt x="1683337" y="747075"/>
                  <a:pt x="1692113" y="1675816"/>
                </a:cubicBezTo>
                <a:lnTo>
                  <a:pt x="1008025" y="1682280"/>
                </a:lnTo>
                <a:cubicBezTo>
                  <a:pt x="1002797" y="1129011"/>
                  <a:pt x="552702" y="683681"/>
                  <a:pt x="0" y="683963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2700">
              <a:solidFill>
                <a:schemeClr val="tx1"/>
              </a:solidFill>
            </a:endParaRPr>
          </a:p>
        </p:txBody>
      </p:sp>
      <p:sp>
        <p:nvSpPr>
          <p:cNvPr id="15" name="Block Arc 2">
            <a:extLst>
              <a:ext uri="{FF2B5EF4-FFF2-40B4-BE49-F238E27FC236}">
                <a16:creationId xmlns:a16="http://schemas.microsoft.com/office/drawing/2014/main" id="{101A2C41-E53C-421D-B293-9269063F76C8}"/>
              </a:ext>
            </a:extLst>
          </p:cNvPr>
          <p:cNvSpPr>
            <a:spLocks noGrp="1"/>
          </p:cNvSpPr>
          <p:nvPr/>
        </p:nvSpPr>
        <p:spPr>
          <a:xfrm rot="16200000">
            <a:off x="4419890" y="2256937"/>
            <a:ext cx="1692113" cy="1682280"/>
          </a:xfrm>
          <a:custGeom>
            <a:avLst/>
            <a:gdLst/>
            <a:ahLst/>
            <a:cxnLst/>
            <a:rect l="l" t="t" r="r" b="b"/>
            <a:pathLst>
              <a:path w="1692113" h="1682280">
                <a:moveTo>
                  <a:pt x="0" y="1"/>
                </a:moveTo>
                <a:cubicBezTo>
                  <a:pt x="927789" y="-474"/>
                  <a:pt x="1683337" y="747075"/>
                  <a:pt x="1692113" y="1675816"/>
                </a:cubicBezTo>
                <a:lnTo>
                  <a:pt x="1008025" y="1682280"/>
                </a:lnTo>
                <a:cubicBezTo>
                  <a:pt x="1002797" y="1129011"/>
                  <a:pt x="552702" y="683681"/>
                  <a:pt x="0" y="68396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2700">
              <a:solidFill>
                <a:schemeClr val="tx1"/>
              </a:solidFill>
            </a:endParaRPr>
          </a:p>
        </p:txBody>
      </p:sp>
      <p:sp>
        <p:nvSpPr>
          <p:cNvPr id="16" name="Block Arc 2">
            <a:extLst>
              <a:ext uri="{FF2B5EF4-FFF2-40B4-BE49-F238E27FC236}">
                <a16:creationId xmlns:a16="http://schemas.microsoft.com/office/drawing/2014/main" id="{41F39D88-4314-4097-9DB7-4266E38E2E0A}"/>
              </a:ext>
            </a:extLst>
          </p:cNvPr>
          <p:cNvSpPr>
            <a:spLocks noGrp="1"/>
          </p:cNvSpPr>
          <p:nvPr/>
        </p:nvSpPr>
        <p:spPr>
          <a:xfrm rot="5400000">
            <a:off x="6104146" y="3929692"/>
            <a:ext cx="1692113" cy="1682280"/>
          </a:xfrm>
          <a:custGeom>
            <a:avLst/>
            <a:gdLst/>
            <a:ahLst/>
            <a:cxnLst/>
            <a:rect l="l" t="t" r="r" b="b"/>
            <a:pathLst>
              <a:path w="1692113" h="1682280">
                <a:moveTo>
                  <a:pt x="0" y="1"/>
                </a:moveTo>
                <a:cubicBezTo>
                  <a:pt x="927789" y="-474"/>
                  <a:pt x="1683337" y="747075"/>
                  <a:pt x="1692113" y="1675816"/>
                </a:cubicBezTo>
                <a:lnTo>
                  <a:pt x="1008025" y="1682280"/>
                </a:lnTo>
                <a:cubicBezTo>
                  <a:pt x="1002797" y="1129011"/>
                  <a:pt x="552702" y="683681"/>
                  <a:pt x="0" y="683963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2700">
              <a:solidFill>
                <a:schemeClr val="tx1"/>
              </a:solidFill>
            </a:endParaRPr>
          </a:p>
        </p:txBody>
      </p:sp>
      <p:sp>
        <p:nvSpPr>
          <p:cNvPr id="17" name="Block Arc 2">
            <a:extLst>
              <a:ext uri="{FF2B5EF4-FFF2-40B4-BE49-F238E27FC236}">
                <a16:creationId xmlns:a16="http://schemas.microsoft.com/office/drawing/2014/main" id="{BF3C2DBA-0786-47A4-A5B9-6258816B4E29}"/>
              </a:ext>
            </a:extLst>
          </p:cNvPr>
          <p:cNvSpPr>
            <a:spLocks noGrp="1"/>
          </p:cNvSpPr>
          <p:nvPr/>
        </p:nvSpPr>
        <p:spPr>
          <a:xfrm rot="10800000">
            <a:off x="4424499" y="3934300"/>
            <a:ext cx="1692113" cy="1682280"/>
          </a:xfrm>
          <a:custGeom>
            <a:avLst/>
            <a:gdLst/>
            <a:ahLst/>
            <a:cxnLst/>
            <a:rect l="l" t="t" r="r" b="b"/>
            <a:pathLst>
              <a:path w="1692113" h="1682280">
                <a:moveTo>
                  <a:pt x="0" y="1"/>
                </a:moveTo>
                <a:cubicBezTo>
                  <a:pt x="927789" y="-474"/>
                  <a:pt x="1683337" y="747075"/>
                  <a:pt x="1692113" y="1675816"/>
                </a:cubicBezTo>
                <a:lnTo>
                  <a:pt x="1008025" y="1682280"/>
                </a:lnTo>
                <a:cubicBezTo>
                  <a:pt x="1002797" y="1129011"/>
                  <a:pt x="552702" y="683681"/>
                  <a:pt x="0" y="683963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2700">
              <a:solidFill>
                <a:schemeClr val="tx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B3C17C5-8CB9-4018-BA0F-7EE11CFF4A9E}"/>
              </a:ext>
            </a:extLst>
          </p:cNvPr>
          <p:cNvSpPr>
            <a:spLocks noGrp="1"/>
          </p:cNvSpPr>
          <p:nvPr/>
        </p:nvSpPr>
        <p:spPr>
          <a:xfrm rot="2700000">
            <a:off x="6774472" y="2677479"/>
            <a:ext cx="516805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endParaRPr sz="3200" b="1">
              <a:solidFill>
                <a:schemeClr val="bg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0020C7A-36BC-4410-A8B7-59A2105CABDE}"/>
              </a:ext>
            </a:extLst>
          </p:cNvPr>
          <p:cNvSpPr>
            <a:spLocks noGrp="1"/>
          </p:cNvSpPr>
          <p:nvPr/>
        </p:nvSpPr>
        <p:spPr>
          <a:xfrm rot="18900000">
            <a:off x="4873689" y="2750793"/>
            <a:ext cx="516805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endParaRPr sz="3200" b="1">
              <a:solidFill>
                <a:schemeClr val="bg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A0DFBF0-48F3-4BF7-9FFC-0B652847C58D}"/>
              </a:ext>
            </a:extLst>
          </p:cNvPr>
          <p:cNvSpPr>
            <a:spLocks noGrp="1"/>
          </p:cNvSpPr>
          <p:nvPr/>
        </p:nvSpPr>
        <p:spPr>
          <a:xfrm rot="8100000">
            <a:off x="6812162" y="4567115"/>
            <a:ext cx="516805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endParaRPr sz="3200" b="1">
              <a:solidFill>
                <a:schemeClr val="bg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2C065C9-DC89-424A-BCE7-6AD97ACBCA3C}"/>
              </a:ext>
            </a:extLst>
          </p:cNvPr>
          <p:cNvSpPr>
            <a:spLocks noGrp="1"/>
          </p:cNvSpPr>
          <p:nvPr/>
        </p:nvSpPr>
        <p:spPr>
          <a:xfrm rot="13500000">
            <a:off x="4940867" y="4605657"/>
            <a:ext cx="516805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endParaRPr sz="3200" b="1">
              <a:solidFill>
                <a:schemeClr val="bg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8ED9B86-3908-42CC-A54B-D25D253A2DEA}"/>
              </a:ext>
            </a:extLst>
          </p:cNvPr>
          <p:cNvSpPr>
            <a:spLocks noGrp="1"/>
          </p:cNvSpPr>
          <p:nvPr/>
        </p:nvSpPr>
        <p:spPr>
          <a:xfrm>
            <a:off x="5141616" y="3611443"/>
            <a:ext cx="1938473" cy="6463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endParaRPr sz="3600" b="1">
              <a:solidFill>
                <a:schemeClr val="accent1"/>
              </a:solidFill>
            </a:endParaRPr>
          </a:p>
        </p:txBody>
      </p:sp>
      <p:sp>
        <p:nvSpPr>
          <p:cNvPr id="24" name="Oval 41">
            <a:extLst>
              <a:ext uri="{FF2B5EF4-FFF2-40B4-BE49-F238E27FC236}">
                <a16:creationId xmlns:a16="http://schemas.microsoft.com/office/drawing/2014/main" id="{EDFEA69C-7186-4EBB-BB8C-C4DF7B53BCC5}"/>
              </a:ext>
            </a:extLst>
          </p:cNvPr>
          <p:cNvSpPr>
            <a:spLocks noGrp="1"/>
          </p:cNvSpPr>
          <p:nvPr/>
        </p:nvSpPr>
        <p:spPr>
          <a:xfrm>
            <a:off x="7846681" y="2138025"/>
            <a:ext cx="206152" cy="206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2700">
              <a:solidFill>
                <a:srgbClr val="EF4A4A"/>
              </a:solidFill>
            </a:endParaRPr>
          </a:p>
        </p:txBody>
      </p:sp>
      <p:sp>
        <p:nvSpPr>
          <p:cNvPr id="25" name="Chevron 42">
            <a:extLst>
              <a:ext uri="{FF2B5EF4-FFF2-40B4-BE49-F238E27FC236}">
                <a16:creationId xmlns:a16="http://schemas.microsoft.com/office/drawing/2014/main" id="{AE17258C-EFAB-4110-AA15-6AC8E958F277}"/>
              </a:ext>
            </a:extLst>
          </p:cNvPr>
          <p:cNvSpPr>
            <a:spLocks noGrp="1"/>
          </p:cNvSpPr>
          <p:nvPr/>
        </p:nvSpPr>
        <p:spPr>
          <a:xfrm>
            <a:off x="7913757" y="2185292"/>
            <a:ext cx="72000" cy="108000"/>
          </a:xfrm>
          <a:prstGeom prst="chevron">
            <a:avLst>
              <a:gd name="adj" fmla="val 652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2700">
              <a:solidFill>
                <a:srgbClr val="EF4A4A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7D074D0-CFC3-476A-9F1F-856D49BB8B0C}"/>
              </a:ext>
            </a:extLst>
          </p:cNvPr>
          <p:cNvSpPr>
            <a:spLocks noGrp="1"/>
          </p:cNvSpPr>
          <p:nvPr/>
        </p:nvSpPr>
        <p:spPr>
          <a:xfrm>
            <a:off x="8106018" y="2085405"/>
            <a:ext cx="2973638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endParaRPr sz="1400" b="1">
              <a:solidFill>
                <a:schemeClr val="accent4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A2148DF-3238-4EF3-B879-09BBF6916C96}"/>
              </a:ext>
            </a:extLst>
          </p:cNvPr>
          <p:cNvSpPr>
            <a:spLocks noGrp="1"/>
          </p:cNvSpPr>
          <p:nvPr/>
        </p:nvSpPr>
        <p:spPr>
          <a:xfrm>
            <a:off x="8106018" y="2378695"/>
            <a:ext cx="297363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12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0" name="Oval 49">
            <a:extLst>
              <a:ext uri="{FF2B5EF4-FFF2-40B4-BE49-F238E27FC236}">
                <a16:creationId xmlns:a16="http://schemas.microsoft.com/office/drawing/2014/main" id="{66A8199D-28E5-4B87-8EC7-7D01CABFC78F}"/>
              </a:ext>
            </a:extLst>
          </p:cNvPr>
          <p:cNvSpPr>
            <a:spLocks noGrp="1"/>
          </p:cNvSpPr>
          <p:nvPr/>
        </p:nvSpPr>
        <p:spPr>
          <a:xfrm>
            <a:off x="1368205" y="4670603"/>
            <a:ext cx="206152" cy="20615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2700">
              <a:solidFill>
                <a:srgbClr val="EF4A4A"/>
              </a:solidFill>
            </a:endParaRPr>
          </a:p>
        </p:txBody>
      </p:sp>
      <p:sp>
        <p:nvSpPr>
          <p:cNvPr id="31" name="Chevron 50">
            <a:extLst>
              <a:ext uri="{FF2B5EF4-FFF2-40B4-BE49-F238E27FC236}">
                <a16:creationId xmlns:a16="http://schemas.microsoft.com/office/drawing/2014/main" id="{3D142B95-4D20-4C78-A433-37266B0CB260}"/>
              </a:ext>
            </a:extLst>
          </p:cNvPr>
          <p:cNvSpPr>
            <a:spLocks noGrp="1"/>
          </p:cNvSpPr>
          <p:nvPr/>
        </p:nvSpPr>
        <p:spPr>
          <a:xfrm>
            <a:off x="1435281" y="4717870"/>
            <a:ext cx="72000" cy="108000"/>
          </a:xfrm>
          <a:prstGeom prst="chevron">
            <a:avLst>
              <a:gd name="adj" fmla="val 652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2700">
              <a:solidFill>
                <a:srgbClr val="EF4A4A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FB48FDF-95FD-4642-868D-22905B5F6014}"/>
              </a:ext>
            </a:extLst>
          </p:cNvPr>
          <p:cNvSpPr>
            <a:spLocks noGrp="1"/>
          </p:cNvSpPr>
          <p:nvPr/>
        </p:nvSpPr>
        <p:spPr>
          <a:xfrm>
            <a:off x="1627541" y="4617984"/>
            <a:ext cx="2973636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endParaRPr sz="1400" b="1">
              <a:solidFill>
                <a:schemeClr val="accent2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3B61010-80CF-4656-AF42-4BEFBEAA6D0F}"/>
              </a:ext>
            </a:extLst>
          </p:cNvPr>
          <p:cNvSpPr>
            <a:spLocks noGrp="1"/>
          </p:cNvSpPr>
          <p:nvPr/>
        </p:nvSpPr>
        <p:spPr>
          <a:xfrm>
            <a:off x="1627542" y="4911274"/>
            <a:ext cx="297363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12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6" name="Oval 55">
            <a:extLst>
              <a:ext uri="{FF2B5EF4-FFF2-40B4-BE49-F238E27FC236}">
                <a16:creationId xmlns:a16="http://schemas.microsoft.com/office/drawing/2014/main" id="{9A1EA083-A80C-4992-B312-93B6F91FA026}"/>
              </a:ext>
            </a:extLst>
          </p:cNvPr>
          <p:cNvSpPr>
            <a:spLocks noGrp="1"/>
          </p:cNvSpPr>
          <p:nvPr/>
        </p:nvSpPr>
        <p:spPr>
          <a:xfrm>
            <a:off x="7846681" y="4683412"/>
            <a:ext cx="206152" cy="20615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2700">
              <a:solidFill>
                <a:srgbClr val="EF4A4A"/>
              </a:solidFill>
            </a:endParaRPr>
          </a:p>
        </p:txBody>
      </p:sp>
      <p:sp>
        <p:nvSpPr>
          <p:cNvPr id="37" name="Chevron 56">
            <a:extLst>
              <a:ext uri="{FF2B5EF4-FFF2-40B4-BE49-F238E27FC236}">
                <a16:creationId xmlns:a16="http://schemas.microsoft.com/office/drawing/2014/main" id="{9E31BD1B-395E-4BAD-AE0E-224632CBCB8A}"/>
              </a:ext>
            </a:extLst>
          </p:cNvPr>
          <p:cNvSpPr>
            <a:spLocks noGrp="1"/>
          </p:cNvSpPr>
          <p:nvPr/>
        </p:nvSpPr>
        <p:spPr>
          <a:xfrm>
            <a:off x="7913757" y="4730679"/>
            <a:ext cx="72000" cy="108000"/>
          </a:xfrm>
          <a:prstGeom prst="chevron">
            <a:avLst>
              <a:gd name="adj" fmla="val 652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2700">
              <a:solidFill>
                <a:srgbClr val="EF4A4A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9FF4741-B5B9-4A0B-A5A5-19F8587D90AD}"/>
              </a:ext>
            </a:extLst>
          </p:cNvPr>
          <p:cNvSpPr>
            <a:spLocks noGrp="1"/>
          </p:cNvSpPr>
          <p:nvPr/>
        </p:nvSpPr>
        <p:spPr>
          <a:xfrm>
            <a:off x="8106018" y="4630793"/>
            <a:ext cx="2973638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endParaRPr sz="1400" b="1">
              <a:solidFill>
                <a:schemeClr val="accent3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E58D6FD-9D6B-4447-8ED5-C7B49BC840F1}"/>
              </a:ext>
            </a:extLst>
          </p:cNvPr>
          <p:cNvSpPr>
            <a:spLocks noGrp="1"/>
          </p:cNvSpPr>
          <p:nvPr/>
        </p:nvSpPr>
        <p:spPr>
          <a:xfrm>
            <a:off x="8106018" y="4924083"/>
            <a:ext cx="297363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12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620AC5DB-1DA4-4AEC-86CD-F08202B11D27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10953750" cy="609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2925" b="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2925" b="0">
                <a:solidFill>
                  <a:srgbClr val="343434"/>
                </a:solidFill>
                <a:latin typeface="Arial"/>
                <a:ea typeface="Arial"/>
                <a:cs typeface="Arial"/>
              </a:rPr>
              <a:t>DevTools sebagai alat observasi</a:t>
            </a: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D46A7044-40E4-421A-8DD7-5D50505A604C}"/>
              </a:ext>
            </a:extLst>
          </p:cNvPr>
          <p:cNvSpPr>
            <a:spLocks noGrp="1"/>
          </p:cNvSpPr>
          <p:nvPr/>
        </p:nvSpPr>
        <p:spPr>
          <a:xfrm>
            <a:off x="762000" y="1381125"/>
            <a:ext cx="2095500" cy="619125"/>
          </a:xfrm>
          <a:prstGeom prst="roundRect">
            <a:avLst>
              <a:gd name="adj" fmla="val 27692"/>
            </a:avLst>
          </a:prstGeom>
          <a:solidFill>
            <a:srgbClr val="F0D23F"/>
          </a:solidFill>
          <a:ln w="0">
            <a:noFill/>
          </a:ln>
        </p:spPr>
        <p:txBody>
          <a:bodyPr anchor="ctr"/>
          <a:lstStyle/>
          <a:p>
            <a:pPr algn="ctr">
              <a:defRPr sz="1650" b="1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43434"/>
                </a:solidFill>
                <a:latin typeface="Arial"/>
                <a:ea typeface="Arial"/>
                <a:cs typeface="Arial"/>
              </a:rPr>
              <a:t>ELEMENTS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5AAE9C92-5F8B-4F1E-A057-36C9FC921D55}"/>
              </a:ext>
            </a:extLst>
          </p:cNvPr>
          <p:cNvSpPr>
            <a:spLocks noGrp="1"/>
          </p:cNvSpPr>
          <p:nvPr/>
        </p:nvSpPr>
        <p:spPr>
          <a:xfrm>
            <a:off x="3000375" y="1381125"/>
            <a:ext cx="3429000" cy="10001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650" b="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43434"/>
                </a:solidFill>
                <a:latin typeface="Arial"/>
                <a:ea typeface="Arial"/>
                <a:cs typeface="Arial"/>
              </a:rPr>
              <a:t>Memeriksa DOM dan CSS</a:t>
            </a:r>
          </a:p>
          <a:p>
            <a:pPr algn="l">
              <a:defRPr sz="1650" b="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43434"/>
                </a:solidFill>
                <a:latin typeface="Arial"/>
                <a:ea typeface="Arial"/>
                <a:cs typeface="Arial"/>
              </a:rPr>
              <a:t>Perubahan hanya sementara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0AB553D2-C591-40DA-9573-F2FBF16D2039}"/>
              </a:ext>
            </a:extLst>
          </p:cNvPr>
          <p:cNvSpPr>
            <a:spLocks noGrp="1"/>
          </p:cNvSpPr>
          <p:nvPr/>
        </p:nvSpPr>
        <p:spPr>
          <a:xfrm>
            <a:off x="6572250" y="1381125"/>
            <a:ext cx="2095500" cy="619125"/>
          </a:xfrm>
          <a:prstGeom prst="roundRect">
            <a:avLst>
              <a:gd name="adj" fmla="val 27692"/>
            </a:avLst>
          </a:prstGeom>
          <a:solidFill>
            <a:srgbClr val="54CBA0"/>
          </a:solidFill>
          <a:ln w="0">
            <a:noFill/>
          </a:ln>
        </p:spPr>
        <p:txBody>
          <a:bodyPr anchor="ctr"/>
          <a:lstStyle/>
          <a:p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CONSOLE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09A5C672-9CDA-442A-8B60-ED1446D649BB}"/>
              </a:ext>
            </a:extLst>
          </p:cNvPr>
          <p:cNvSpPr>
            <a:spLocks noGrp="1"/>
          </p:cNvSpPr>
          <p:nvPr/>
        </p:nvSpPr>
        <p:spPr>
          <a:xfrm>
            <a:off x="8810625" y="1381125"/>
            <a:ext cx="3429000" cy="10001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650" b="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43434"/>
                </a:solidFill>
                <a:latin typeface="Arial"/>
                <a:ea typeface="Arial"/>
                <a:cs typeface="Arial"/>
              </a:rPr>
              <a:t>Membaca log dan kesalahan</a:t>
            </a:r>
          </a:p>
          <a:p>
            <a:pPr algn="l">
              <a:defRPr sz="1650" b="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43434"/>
                </a:solidFill>
                <a:latin typeface="Arial"/>
                <a:ea typeface="Arial"/>
                <a:cs typeface="Arial"/>
              </a:rPr>
              <a:t>Menjalankan JavaScript</a:t>
            </a: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1EB6C45D-3596-4A3E-AF2C-3D9E70285BBA}"/>
              </a:ext>
            </a:extLst>
          </p:cNvPr>
          <p:cNvSpPr>
            <a:spLocks noGrp="1"/>
          </p:cNvSpPr>
          <p:nvPr/>
        </p:nvSpPr>
        <p:spPr>
          <a:xfrm>
            <a:off x="762000" y="3476625"/>
            <a:ext cx="2095500" cy="619125"/>
          </a:xfrm>
          <a:prstGeom prst="roundRect">
            <a:avLst>
              <a:gd name="adj" fmla="val 27692"/>
            </a:avLst>
          </a:prstGeom>
          <a:solidFill>
            <a:srgbClr val="F79465"/>
          </a:solidFill>
          <a:ln w="0">
            <a:noFill/>
          </a:ln>
        </p:spPr>
        <p:txBody>
          <a:bodyPr anchor="ctr"/>
          <a:lstStyle/>
          <a:p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NETWORK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8A143738-BF8D-4A14-9897-72B1C9DA2843}"/>
              </a:ext>
            </a:extLst>
          </p:cNvPr>
          <p:cNvSpPr>
            <a:spLocks noGrp="1"/>
          </p:cNvSpPr>
          <p:nvPr/>
        </p:nvSpPr>
        <p:spPr>
          <a:xfrm>
            <a:off x="3000375" y="3476625"/>
            <a:ext cx="3429000" cy="10001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650" b="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43434"/>
                </a:solidFill>
                <a:latin typeface="Arial"/>
                <a:ea typeface="Arial"/>
                <a:cs typeface="Arial"/>
              </a:rPr>
              <a:t>Melihat request, status, header</a:t>
            </a:r>
          </a:p>
          <a:p>
            <a:pPr algn="l">
              <a:defRPr sz="1650" b="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43434"/>
                </a:solidFill>
                <a:latin typeface="Arial"/>
                <a:ea typeface="Arial"/>
                <a:cs typeface="Arial"/>
              </a:rPr>
              <a:t>Waktu dan ukuran file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0D37F81B-D345-477C-BFF1-090295CBF41E}"/>
              </a:ext>
            </a:extLst>
          </p:cNvPr>
          <p:cNvSpPr>
            <a:spLocks noGrp="1"/>
          </p:cNvSpPr>
          <p:nvPr/>
        </p:nvSpPr>
        <p:spPr>
          <a:xfrm>
            <a:off x="6572250" y="3476625"/>
            <a:ext cx="2095500" cy="619125"/>
          </a:xfrm>
          <a:prstGeom prst="roundRect">
            <a:avLst>
              <a:gd name="adj" fmla="val 27692"/>
            </a:avLst>
          </a:prstGeom>
          <a:solidFill>
            <a:srgbClr val="ED3B55"/>
          </a:solidFill>
          <a:ln w="0">
            <a:noFill/>
          </a:ln>
        </p:spPr>
        <p:txBody>
          <a:bodyPr anchor="ctr"/>
          <a:lstStyle/>
          <a:p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APPLICATION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39809D5-E7E2-49E7-BA62-E1DD3FF47E72}"/>
              </a:ext>
            </a:extLst>
          </p:cNvPr>
          <p:cNvSpPr>
            <a:spLocks noGrp="1"/>
          </p:cNvSpPr>
          <p:nvPr/>
        </p:nvSpPr>
        <p:spPr>
          <a:xfrm>
            <a:off x="8810625" y="3476625"/>
            <a:ext cx="3429000" cy="10001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650" b="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43434"/>
                </a:solidFill>
                <a:latin typeface="Arial"/>
                <a:ea typeface="Arial"/>
                <a:cs typeface="Arial"/>
              </a:rPr>
              <a:t>Memeriksa cookie, cache</a:t>
            </a:r>
          </a:p>
          <a:p>
            <a:pPr algn="l">
              <a:defRPr sz="1650" b="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43434"/>
                </a:solidFill>
                <a:latin typeface="Arial"/>
                <a:ea typeface="Arial"/>
                <a:cs typeface="Arial"/>
              </a:rPr>
              <a:t>dan penyimpanan client</a:t>
            </a:r>
          </a:p>
        </p:txBody>
      </p:sp>
    </p:spTree>
    <p:extLst>
      <p:ext uri="{BB962C8B-B14F-4D97-AF65-F5344CB8AC3E}">
        <p14:creationId xmlns:p14="http://schemas.microsoft.com/office/powerpoint/2010/main" val="40052716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E9821840-19FA-4890-B50A-D8FA4B03AFF8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10953750" cy="609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2925" b="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2925" b="0">
                <a:solidFill>
                  <a:srgbClr val="343434"/>
                </a:solidFill>
                <a:latin typeface="Arial"/>
                <a:ea typeface="Arial"/>
                <a:cs typeface="Arial"/>
              </a:rPr>
              <a:t>Struktur proyek yang mudah dipelihara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487956F-7DC8-45C8-BD9B-984E1E16D0D6}"/>
              </a:ext>
            </a:extLst>
          </p:cNvPr>
          <p:cNvSpPr>
            <a:spLocks noGrp="1"/>
          </p:cNvSpPr>
          <p:nvPr/>
        </p:nvSpPr>
        <p:spPr>
          <a:xfrm>
            <a:off x="666750" y="1381125"/>
            <a:ext cx="1666875" cy="514350"/>
          </a:xfrm>
          <a:prstGeom prst="roundRect">
            <a:avLst>
              <a:gd name="adj" fmla="val 33333"/>
            </a:avLst>
          </a:prstGeom>
          <a:solidFill>
            <a:srgbClr val="54CBA0"/>
          </a:solidFill>
          <a:ln w="0">
            <a:noFill/>
          </a:ln>
        </p:spPr>
        <p:txBody>
          <a:bodyPr anchor="ctr"/>
          <a:lstStyle/>
          <a:p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index.html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D9FFCDB-01D7-47FF-A154-F7E23F0957D5}"/>
              </a:ext>
            </a:extLst>
          </p:cNvPr>
          <p:cNvSpPr>
            <a:spLocks noGrp="1"/>
          </p:cNvSpPr>
          <p:nvPr/>
        </p:nvSpPr>
        <p:spPr>
          <a:xfrm>
            <a:off x="2524125" y="1428750"/>
            <a:ext cx="3524250" cy="4762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575" b="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343434"/>
                </a:solidFill>
                <a:latin typeface="Arial"/>
                <a:ea typeface="Arial"/>
                <a:cs typeface="Arial"/>
              </a:rPr>
              <a:t>Halaman utama proyek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07AFE6C-089A-437E-8637-E11B434F134C}"/>
              </a:ext>
            </a:extLst>
          </p:cNvPr>
          <p:cNvSpPr>
            <a:spLocks noGrp="1"/>
          </p:cNvSpPr>
          <p:nvPr/>
        </p:nvSpPr>
        <p:spPr>
          <a:xfrm>
            <a:off x="6381750" y="1381125"/>
            <a:ext cx="1666875" cy="514350"/>
          </a:xfrm>
          <a:prstGeom prst="roundRect">
            <a:avLst>
              <a:gd name="adj" fmla="val 33333"/>
            </a:avLst>
          </a:prstGeom>
          <a:solidFill>
            <a:srgbClr val="ED3B55"/>
          </a:solidFill>
          <a:ln w="0">
            <a:noFill/>
          </a:ln>
        </p:spPr>
        <p:txBody>
          <a:bodyPr anchor="ctr"/>
          <a:lstStyle/>
          <a:p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css/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81A1C3B-255F-4D07-B6E6-D878F54C6E0A}"/>
              </a:ext>
            </a:extLst>
          </p:cNvPr>
          <p:cNvSpPr>
            <a:spLocks noGrp="1"/>
          </p:cNvSpPr>
          <p:nvPr/>
        </p:nvSpPr>
        <p:spPr>
          <a:xfrm>
            <a:off x="8239125" y="1428750"/>
            <a:ext cx="3524250" cy="4762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575" b="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343434"/>
                </a:solidFill>
                <a:latin typeface="Arial"/>
                <a:ea typeface="Arial"/>
                <a:cs typeface="Arial"/>
              </a:rPr>
              <a:t>Stylesheet proyek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F1B759B-D046-437E-A76A-EA13420F779D}"/>
              </a:ext>
            </a:extLst>
          </p:cNvPr>
          <p:cNvSpPr>
            <a:spLocks noGrp="1"/>
          </p:cNvSpPr>
          <p:nvPr/>
        </p:nvSpPr>
        <p:spPr>
          <a:xfrm>
            <a:off x="666750" y="2857500"/>
            <a:ext cx="1666875" cy="514350"/>
          </a:xfrm>
          <a:prstGeom prst="roundRect">
            <a:avLst>
              <a:gd name="adj" fmla="val 33333"/>
            </a:avLst>
          </a:prstGeom>
          <a:solidFill>
            <a:srgbClr val="F79465"/>
          </a:solidFill>
          <a:ln w="0">
            <a:noFill/>
          </a:ln>
        </p:spPr>
        <p:txBody>
          <a:bodyPr anchor="ctr"/>
          <a:lstStyle/>
          <a:p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js/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B47BF14-6D06-485E-9D00-4A00AC805F73}"/>
              </a:ext>
            </a:extLst>
          </p:cNvPr>
          <p:cNvSpPr>
            <a:spLocks noGrp="1"/>
          </p:cNvSpPr>
          <p:nvPr/>
        </p:nvSpPr>
        <p:spPr>
          <a:xfrm>
            <a:off x="2524125" y="2905125"/>
            <a:ext cx="3524250" cy="4762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575" b="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343434"/>
                </a:solidFill>
                <a:latin typeface="Arial"/>
                <a:ea typeface="Arial"/>
                <a:cs typeface="Arial"/>
              </a:rPr>
              <a:t>Kode JavaScript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118BB67-5AAB-4314-999E-27F093B4BA47}"/>
              </a:ext>
            </a:extLst>
          </p:cNvPr>
          <p:cNvSpPr>
            <a:spLocks noGrp="1"/>
          </p:cNvSpPr>
          <p:nvPr/>
        </p:nvSpPr>
        <p:spPr>
          <a:xfrm>
            <a:off x="6381750" y="2857500"/>
            <a:ext cx="1666875" cy="514350"/>
          </a:xfrm>
          <a:prstGeom prst="roundRect">
            <a:avLst>
              <a:gd name="adj" fmla="val 33333"/>
            </a:avLst>
          </a:prstGeom>
          <a:solidFill>
            <a:srgbClr val="F0D23F"/>
          </a:solidFill>
          <a:ln w="0">
            <a:noFill/>
          </a:ln>
        </p:spPr>
        <p:txBody>
          <a:bodyPr anchor="ctr"/>
          <a:lstStyle/>
          <a:p>
            <a:pPr algn="ctr">
              <a:defRPr sz="1500" b="1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43434"/>
                </a:solidFill>
                <a:latin typeface="Arial"/>
                <a:ea typeface="Arial"/>
                <a:cs typeface="Arial"/>
              </a:rPr>
              <a:t>images/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181F8CC-C1AB-459E-988C-FF0E873479C3}"/>
              </a:ext>
            </a:extLst>
          </p:cNvPr>
          <p:cNvSpPr>
            <a:spLocks noGrp="1"/>
          </p:cNvSpPr>
          <p:nvPr/>
        </p:nvSpPr>
        <p:spPr>
          <a:xfrm>
            <a:off x="8239125" y="2905125"/>
            <a:ext cx="3524250" cy="4762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575" b="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343434"/>
                </a:solidFill>
                <a:latin typeface="Arial"/>
                <a:ea typeface="Arial"/>
                <a:cs typeface="Arial"/>
              </a:rPr>
              <a:t>Aset gambar lokal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4B22F4B-BC75-4A2F-A2AE-9E610EE92671}"/>
              </a:ext>
            </a:extLst>
          </p:cNvPr>
          <p:cNvSpPr>
            <a:spLocks noGrp="1"/>
          </p:cNvSpPr>
          <p:nvPr/>
        </p:nvSpPr>
        <p:spPr>
          <a:xfrm>
            <a:off x="666750" y="4333875"/>
            <a:ext cx="1666875" cy="514350"/>
          </a:xfrm>
          <a:prstGeom prst="roundRect">
            <a:avLst>
              <a:gd name="adj" fmla="val 33333"/>
            </a:avLst>
          </a:prstGeom>
          <a:solidFill>
            <a:srgbClr val="78AAE1"/>
          </a:solidFill>
          <a:ln w="0">
            <a:noFill/>
          </a:ln>
        </p:spPr>
        <p:txBody>
          <a:bodyPr anchor="ctr"/>
          <a:lstStyle/>
          <a:p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README.md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744AC36-DE4F-460D-B9E6-EA9369F7198C}"/>
              </a:ext>
            </a:extLst>
          </p:cNvPr>
          <p:cNvSpPr>
            <a:spLocks noGrp="1"/>
          </p:cNvSpPr>
          <p:nvPr/>
        </p:nvSpPr>
        <p:spPr>
          <a:xfrm>
            <a:off x="2524125" y="4381500"/>
            <a:ext cx="3524250" cy="4762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575" b="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343434"/>
                </a:solidFill>
                <a:latin typeface="Arial"/>
                <a:ea typeface="Arial"/>
                <a:cs typeface="Arial"/>
              </a:rPr>
              <a:t>Cara menjalankan proyek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324A046-775A-4A0F-8E61-025F24157BD0}"/>
              </a:ext>
            </a:extLst>
          </p:cNvPr>
          <p:cNvSpPr>
            <a:spLocks noGrp="1"/>
          </p:cNvSpPr>
          <p:nvPr/>
        </p:nvSpPr>
        <p:spPr>
          <a:xfrm>
            <a:off x="6381750" y="4333875"/>
            <a:ext cx="1666875" cy="514350"/>
          </a:xfrm>
          <a:prstGeom prst="roundRect">
            <a:avLst>
              <a:gd name="adj" fmla="val 33333"/>
            </a:avLst>
          </a:prstGeom>
          <a:solidFill>
            <a:srgbClr val="77DBE1"/>
          </a:solidFill>
          <a:ln w="0">
            <a:noFill/>
          </a:ln>
        </p:spPr>
        <p:txBody>
          <a:bodyPr anchor="ctr"/>
          <a:lstStyle/>
          <a:p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.gitignore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9CD7D75-CA33-4D78-9CAA-48D06E7B5683}"/>
              </a:ext>
            </a:extLst>
          </p:cNvPr>
          <p:cNvSpPr>
            <a:spLocks noGrp="1"/>
          </p:cNvSpPr>
          <p:nvPr/>
        </p:nvSpPr>
        <p:spPr>
          <a:xfrm>
            <a:off x="8239125" y="4381500"/>
            <a:ext cx="3524250" cy="4762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575" b="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343434"/>
                </a:solidFill>
                <a:latin typeface="Arial"/>
                <a:ea typeface="Arial"/>
                <a:cs typeface="Arial"/>
              </a:rPr>
              <a:t>File yang tidak dicatat Git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D143F81-2466-40CC-A7A3-5966BFDBECC9}"/>
              </a:ext>
            </a:extLst>
          </p:cNvPr>
          <p:cNvSpPr>
            <a:spLocks noGrp="1"/>
          </p:cNvSpPr>
          <p:nvPr/>
        </p:nvSpPr>
        <p:spPr>
          <a:xfrm>
            <a:off x="1714500" y="5667375"/>
            <a:ext cx="8763000" cy="4286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defRPr sz="1650" b="1">
                <a:solidFill>
                  <a:srgbClr val="ED3B5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D3B55"/>
                </a:solidFill>
                <a:latin typeface="Arial"/>
                <a:ea typeface="Arial"/>
                <a:cs typeface="Arial"/>
              </a:rPr>
              <a:t>Gunakan huruf kecil dan tanda hubung. Hindari spasi serta nama seperti final-terbaru-2.</a:t>
            </a:r>
          </a:p>
        </p:txBody>
      </p:sp>
    </p:spTree>
    <p:extLst>
      <p:ext uri="{BB962C8B-B14F-4D97-AF65-F5344CB8AC3E}">
        <p14:creationId xmlns:p14="http://schemas.microsoft.com/office/powerpoint/2010/main" val="41846009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5CDE62A1-EC6A-4D9C-9C5F-CF97943BDB7A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10953750" cy="609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2925" b="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2925" b="0">
                <a:solidFill>
                  <a:srgbClr val="343434"/>
                </a:solidFill>
                <a:latin typeface="Arial"/>
                <a:ea typeface="Arial"/>
                <a:cs typeface="Arial"/>
              </a:rPr>
              <a:t>Siklus kerja pengembangan dasar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3109141-B96E-4453-939E-6AA4B0E2C494}"/>
              </a:ext>
            </a:extLst>
          </p:cNvPr>
          <p:cNvSpPr>
            <a:spLocks noGrp="1"/>
          </p:cNvSpPr>
          <p:nvPr/>
        </p:nvSpPr>
        <p:spPr>
          <a:xfrm>
            <a:off x="523875" y="2428875"/>
            <a:ext cx="552450" cy="552450"/>
          </a:xfrm>
          <a:prstGeom prst="roundRect">
            <a:avLst>
              <a:gd name="adj" fmla="val 31034"/>
            </a:avLst>
          </a:prstGeom>
          <a:solidFill>
            <a:srgbClr val="54CBA0"/>
          </a:solidFill>
          <a:ln w="0">
            <a:noFill/>
          </a:ln>
        </p:spPr>
        <p:txBody>
          <a:bodyPr anchor="ctr"/>
          <a:lstStyle/>
          <a:p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ECC9C4D-1EAF-4619-BC2B-DD6899B1EE9E}"/>
              </a:ext>
            </a:extLst>
          </p:cNvPr>
          <p:cNvSpPr>
            <a:spLocks noGrp="1"/>
          </p:cNvSpPr>
          <p:nvPr/>
        </p:nvSpPr>
        <p:spPr>
          <a:xfrm>
            <a:off x="352425" y="3190875"/>
            <a:ext cx="15716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defRPr sz="1425" b="1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43434"/>
                </a:solidFill>
                <a:latin typeface="Arial"/>
                <a:ea typeface="Arial"/>
                <a:cs typeface="Arial"/>
              </a:rPr>
              <a:t>Pahami kebutuhan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1A13483-2CEA-4F3E-9A83-27169E03DF9C}"/>
              </a:ext>
            </a:extLst>
          </p:cNvPr>
          <p:cNvSpPr>
            <a:spLocks noGrp="1"/>
          </p:cNvSpPr>
          <p:nvPr/>
        </p:nvSpPr>
        <p:spPr>
          <a:xfrm>
            <a:off x="2428875" y="2428875"/>
            <a:ext cx="552450" cy="552450"/>
          </a:xfrm>
          <a:prstGeom prst="roundRect">
            <a:avLst>
              <a:gd name="adj" fmla="val 31034"/>
            </a:avLst>
          </a:prstGeom>
          <a:solidFill>
            <a:srgbClr val="ED3B55"/>
          </a:solidFill>
          <a:ln w="0">
            <a:noFill/>
          </a:ln>
        </p:spPr>
        <p:txBody>
          <a:bodyPr anchor="ctr"/>
          <a:lstStyle/>
          <a:p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E23CB12-95AC-47E8-AE9C-A4B93181A759}"/>
              </a:ext>
            </a:extLst>
          </p:cNvPr>
          <p:cNvSpPr>
            <a:spLocks noGrp="1"/>
          </p:cNvSpPr>
          <p:nvPr/>
        </p:nvSpPr>
        <p:spPr>
          <a:xfrm>
            <a:off x="2257425" y="3190875"/>
            <a:ext cx="15716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defRPr sz="1425" b="1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43434"/>
                </a:solidFill>
                <a:latin typeface="Arial"/>
                <a:ea typeface="Arial"/>
                <a:cs typeface="Arial"/>
              </a:rPr>
              <a:t>Ubah kode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FB8E79A-E956-4931-9C41-D45458E8B5CE}"/>
              </a:ext>
            </a:extLst>
          </p:cNvPr>
          <p:cNvSpPr>
            <a:spLocks noGrp="1"/>
          </p:cNvSpPr>
          <p:nvPr/>
        </p:nvSpPr>
        <p:spPr>
          <a:xfrm>
            <a:off x="4333875" y="2428875"/>
            <a:ext cx="552450" cy="552450"/>
          </a:xfrm>
          <a:prstGeom prst="roundRect">
            <a:avLst>
              <a:gd name="adj" fmla="val 31034"/>
            </a:avLst>
          </a:prstGeom>
          <a:solidFill>
            <a:srgbClr val="F79465"/>
          </a:solidFill>
          <a:ln w="0">
            <a:noFill/>
          </a:ln>
        </p:spPr>
        <p:txBody>
          <a:bodyPr anchor="ctr"/>
          <a:lstStyle/>
          <a:p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C51CFA5-4E51-4719-B031-58E4F7B07378}"/>
              </a:ext>
            </a:extLst>
          </p:cNvPr>
          <p:cNvSpPr>
            <a:spLocks noGrp="1"/>
          </p:cNvSpPr>
          <p:nvPr/>
        </p:nvSpPr>
        <p:spPr>
          <a:xfrm>
            <a:off x="4162425" y="3190875"/>
            <a:ext cx="15716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defRPr sz="1425" b="1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43434"/>
                </a:solidFill>
                <a:latin typeface="Arial"/>
                <a:ea typeface="Arial"/>
                <a:cs typeface="Arial"/>
              </a:rPr>
              <a:t>Jalankan di browser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DD782FB-C655-443A-83BF-5D43E4F408EF}"/>
              </a:ext>
            </a:extLst>
          </p:cNvPr>
          <p:cNvSpPr>
            <a:spLocks noGrp="1"/>
          </p:cNvSpPr>
          <p:nvPr/>
        </p:nvSpPr>
        <p:spPr>
          <a:xfrm>
            <a:off x="6238875" y="2428875"/>
            <a:ext cx="552450" cy="552450"/>
          </a:xfrm>
          <a:prstGeom prst="roundRect">
            <a:avLst>
              <a:gd name="adj" fmla="val 31034"/>
            </a:avLst>
          </a:prstGeom>
          <a:solidFill>
            <a:srgbClr val="F0D23F"/>
          </a:solidFill>
          <a:ln w="0">
            <a:noFill/>
          </a:ln>
        </p:spPr>
        <p:txBody>
          <a:bodyPr anchor="ctr"/>
          <a:lstStyle/>
          <a:p>
            <a:pPr algn="ctr">
              <a:defRPr sz="1500" b="1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43434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401CE86-167C-4F0A-A297-8C26B5333D29}"/>
              </a:ext>
            </a:extLst>
          </p:cNvPr>
          <p:cNvSpPr>
            <a:spLocks noGrp="1"/>
          </p:cNvSpPr>
          <p:nvPr/>
        </p:nvSpPr>
        <p:spPr>
          <a:xfrm>
            <a:off x="6067425" y="3190875"/>
            <a:ext cx="15716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defRPr sz="1425" b="1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43434"/>
                </a:solidFill>
                <a:latin typeface="Arial"/>
                <a:ea typeface="Arial"/>
                <a:cs typeface="Arial"/>
              </a:rPr>
              <a:t>Periksa DevTools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2E90B63-519F-4E42-85FC-16B373520A03}"/>
              </a:ext>
            </a:extLst>
          </p:cNvPr>
          <p:cNvSpPr>
            <a:spLocks noGrp="1"/>
          </p:cNvSpPr>
          <p:nvPr/>
        </p:nvSpPr>
        <p:spPr>
          <a:xfrm>
            <a:off x="8143875" y="2428875"/>
            <a:ext cx="552450" cy="552450"/>
          </a:xfrm>
          <a:prstGeom prst="roundRect">
            <a:avLst>
              <a:gd name="adj" fmla="val 31034"/>
            </a:avLst>
          </a:prstGeom>
          <a:solidFill>
            <a:srgbClr val="78AAE1"/>
          </a:solidFill>
          <a:ln w="0">
            <a:noFill/>
          </a:ln>
        </p:spPr>
        <p:txBody>
          <a:bodyPr anchor="ctr"/>
          <a:lstStyle/>
          <a:p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0459CB2-546A-4E04-A228-6A472B5E1B8C}"/>
              </a:ext>
            </a:extLst>
          </p:cNvPr>
          <p:cNvSpPr>
            <a:spLocks noGrp="1"/>
          </p:cNvSpPr>
          <p:nvPr/>
        </p:nvSpPr>
        <p:spPr>
          <a:xfrm>
            <a:off x="7972425" y="3190875"/>
            <a:ext cx="15716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defRPr sz="1425" b="1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43434"/>
                </a:solidFill>
                <a:latin typeface="Arial"/>
                <a:ea typeface="Arial"/>
                <a:cs typeface="Arial"/>
              </a:rPr>
              <a:t>Uji dan perbaiki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E503481-9EB6-42DB-B0DB-72D94F6FEC8B}"/>
              </a:ext>
            </a:extLst>
          </p:cNvPr>
          <p:cNvSpPr>
            <a:spLocks noGrp="1"/>
          </p:cNvSpPr>
          <p:nvPr/>
        </p:nvSpPr>
        <p:spPr>
          <a:xfrm>
            <a:off x="10048875" y="2428875"/>
            <a:ext cx="552450" cy="552450"/>
          </a:xfrm>
          <a:prstGeom prst="roundRect">
            <a:avLst>
              <a:gd name="adj" fmla="val 31034"/>
            </a:avLst>
          </a:prstGeom>
          <a:solidFill>
            <a:srgbClr val="77DBE1"/>
          </a:solidFill>
          <a:ln w="0">
            <a:noFill/>
          </a:ln>
        </p:spPr>
        <p:txBody>
          <a:bodyPr anchor="ctr"/>
          <a:lstStyle/>
          <a:p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DE5E9CB-1730-4132-8115-BE0631DB29AD}"/>
              </a:ext>
            </a:extLst>
          </p:cNvPr>
          <p:cNvSpPr>
            <a:spLocks noGrp="1"/>
          </p:cNvSpPr>
          <p:nvPr/>
        </p:nvSpPr>
        <p:spPr>
          <a:xfrm>
            <a:off x="9877425" y="3190875"/>
            <a:ext cx="15716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defRPr sz="1425" b="1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43434"/>
                </a:solidFill>
                <a:latin typeface="Arial"/>
                <a:ea typeface="Arial"/>
                <a:cs typeface="Arial"/>
              </a:rPr>
              <a:t>Commit perubahan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1804217-0AE9-4E36-816A-28545E558F04}"/>
              </a:ext>
            </a:extLst>
          </p:cNvPr>
          <p:cNvSpPr>
            <a:spLocks noGrp="1"/>
          </p:cNvSpPr>
          <p:nvPr/>
        </p:nvSpPr>
        <p:spPr>
          <a:xfrm>
            <a:off x="2238375" y="4667250"/>
            <a:ext cx="771525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defRPr sz="1875" b="1">
                <a:solidFill>
                  <a:srgbClr val="54CBA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54CBA0"/>
                </a:solidFill>
                <a:latin typeface="Arial"/>
                <a:ea typeface="Arial"/>
                <a:cs typeface="Arial"/>
              </a:rPr>
              <a:t>Ulangi siklus dalam perubahan kecil. Periksa hasil sebelum membuat commit.</a:t>
            </a:r>
          </a:p>
        </p:txBody>
      </p:sp>
    </p:spTree>
    <p:extLst>
      <p:ext uri="{BB962C8B-B14F-4D97-AF65-F5344CB8AC3E}">
        <p14:creationId xmlns:p14="http://schemas.microsoft.com/office/powerpoint/2010/main" val="34231334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E9F3268C-E3E3-4901-95AB-DE6B995991C0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10953750" cy="609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2925" b="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2925" b="0">
                <a:solidFill>
                  <a:srgbClr val="343434"/>
                </a:solidFill>
                <a:latin typeface="Arial"/>
                <a:ea typeface="Arial"/>
                <a:cs typeface="Arial"/>
              </a:rPr>
              <a:t>Git mencatat proses pengembangan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489CBF2-D299-4EA2-85C2-BAFF074D8CF1}"/>
              </a:ext>
            </a:extLst>
          </p:cNvPr>
          <p:cNvSpPr>
            <a:spLocks noGrp="1"/>
          </p:cNvSpPr>
          <p:nvPr/>
        </p:nvSpPr>
        <p:spPr>
          <a:xfrm>
            <a:off x="428625" y="2095500"/>
            <a:ext cx="2571750" cy="857250"/>
          </a:xfrm>
          <a:prstGeom prst="roundRect">
            <a:avLst>
              <a:gd name="adj" fmla="val 20000"/>
            </a:avLst>
          </a:prstGeom>
          <a:solidFill>
            <a:srgbClr val="F0D23F"/>
          </a:solidFill>
          <a:ln w="0">
            <a:noFill/>
          </a:ln>
        </p:spPr>
        <p:txBody>
          <a:bodyPr anchor="ctr"/>
          <a:lstStyle/>
          <a:p>
            <a:pPr algn="ctr">
              <a:defRPr sz="1350" b="1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43434"/>
                </a:solidFill>
                <a:latin typeface="Arial"/>
                <a:ea typeface="Arial"/>
                <a:cs typeface="Arial"/>
              </a:rPr>
              <a:t>WORKING DIRECTORY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9F594F6-21FE-4EA1-9B4D-3F58C7DF604B}"/>
              </a:ext>
            </a:extLst>
          </p:cNvPr>
          <p:cNvSpPr>
            <a:spLocks noGrp="1"/>
          </p:cNvSpPr>
          <p:nvPr/>
        </p:nvSpPr>
        <p:spPr>
          <a:xfrm>
            <a:off x="428625" y="3190875"/>
            <a:ext cx="2571750" cy="10001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defRPr sz="1350" b="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43434"/>
                </a:solidFill>
                <a:latin typeface="Arial"/>
                <a:ea typeface="Arial"/>
                <a:cs typeface="Arial"/>
              </a:rPr>
              <a:t>File yang sedang dibuat atau diubah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EB8C8C4-B56E-4F40-9A8B-729938C725D7}"/>
              </a:ext>
            </a:extLst>
          </p:cNvPr>
          <p:cNvSpPr>
            <a:spLocks noGrp="1"/>
          </p:cNvSpPr>
          <p:nvPr/>
        </p:nvSpPr>
        <p:spPr>
          <a:xfrm>
            <a:off x="3333750" y="2095500"/>
            <a:ext cx="2571750" cy="857250"/>
          </a:xfrm>
          <a:prstGeom prst="roundRect">
            <a:avLst>
              <a:gd name="adj" fmla="val 20000"/>
            </a:avLst>
          </a:prstGeom>
          <a:solidFill>
            <a:srgbClr val="F79465"/>
          </a:solidFill>
          <a:ln w="0">
            <a:noFill/>
          </a:ln>
        </p:spPr>
        <p:txBody>
          <a:bodyPr anchor="ctr"/>
          <a:lstStyle/>
          <a:p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STAGING AREA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70AFAE1-5820-49C1-8F99-9262812E7DDB}"/>
              </a:ext>
            </a:extLst>
          </p:cNvPr>
          <p:cNvSpPr>
            <a:spLocks noGrp="1"/>
          </p:cNvSpPr>
          <p:nvPr/>
        </p:nvSpPr>
        <p:spPr>
          <a:xfrm>
            <a:off x="3333750" y="3190875"/>
            <a:ext cx="2571750" cy="10001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defRPr sz="1350" b="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43434"/>
                </a:solidFill>
                <a:latin typeface="Arial"/>
                <a:ea typeface="Arial"/>
                <a:cs typeface="Arial"/>
              </a:rPr>
              <a:t>Perubahan yang dipilih melalui git add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F5C7DA9-41E4-4116-9F33-996839E28F3A}"/>
              </a:ext>
            </a:extLst>
          </p:cNvPr>
          <p:cNvSpPr>
            <a:spLocks noGrp="1"/>
          </p:cNvSpPr>
          <p:nvPr/>
        </p:nvSpPr>
        <p:spPr>
          <a:xfrm>
            <a:off x="6238875" y="2095500"/>
            <a:ext cx="2571750" cy="857250"/>
          </a:xfrm>
          <a:prstGeom prst="roundRect">
            <a:avLst>
              <a:gd name="adj" fmla="val 20000"/>
            </a:avLst>
          </a:prstGeom>
          <a:solidFill>
            <a:srgbClr val="ED3B55"/>
          </a:solidFill>
          <a:ln w="0">
            <a:noFill/>
          </a:ln>
        </p:spPr>
        <p:txBody>
          <a:bodyPr anchor="ctr"/>
          <a:lstStyle/>
          <a:p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LOCAL REPOSITORY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F3B1FA7-C910-4628-88F4-5A62F10F47D4}"/>
              </a:ext>
            </a:extLst>
          </p:cNvPr>
          <p:cNvSpPr>
            <a:spLocks noGrp="1"/>
          </p:cNvSpPr>
          <p:nvPr/>
        </p:nvSpPr>
        <p:spPr>
          <a:xfrm>
            <a:off x="6238875" y="3190875"/>
            <a:ext cx="2571750" cy="10001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defRPr sz="1350" b="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43434"/>
                </a:solidFill>
                <a:latin typeface="Arial"/>
                <a:ea typeface="Arial"/>
                <a:cs typeface="Arial"/>
              </a:rPr>
              <a:t>Snapshot tersimpan melalui git commit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04F8DD9-6859-41A0-A5FB-A26B9278073F}"/>
              </a:ext>
            </a:extLst>
          </p:cNvPr>
          <p:cNvSpPr>
            <a:spLocks noGrp="1"/>
          </p:cNvSpPr>
          <p:nvPr/>
        </p:nvSpPr>
        <p:spPr>
          <a:xfrm>
            <a:off x="9144000" y="2095500"/>
            <a:ext cx="2571750" cy="857250"/>
          </a:xfrm>
          <a:prstGeom prst="roundRect">
            <a:avLst>
              <a:gd name="adj" fmla="val 20000"/>
            </a:avLst>
          </a:prstGeom>
          <a:solidFill>
            <a:srgbClr val="54CBA0"/>
          </a:solidFill>
          <a:ln w="0">
            <a:noFill/>
          </a:ln>
        </p:spPr>
        <p:txBody>
          <a:bodyPr anchor="ctr"/>
          <a:lstStyle/>
          <a:p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REMOTE REPOSITORY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0696448-1386-44F5-A744-FF1635EE17F6}"/>
              </a:ext>
            </a:extLst>
          </p:cNvPr>
          <p:cNvSpPr>
            <a:spLocks noGrp="1"/>
          </p:cNvSpPr>
          <p:nvPr/>
        </p:nvSpPr>
        <p:spPr>
          <a:xfrm>
            <a:off x="9144000" y="3190875"/>
            <a:ext cx="2571750" cy="10001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defRPr sz="1350" b="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43434"/>
                </a:solidFill>
                <a:latin typeface="Arial"/>
                <a:ea typeface="Arial"/>
                <a:cs typeface="Arial"/>
              </a:rPr>
              <a:t>Commit dikirim melalui git push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BE8067A-8A90-4AC1-9D86-45838EA999F1}"/>
              </a:ext>
            </a:extLst>
          </p:cNvPr>
          <p:cNvSpPr>
            <a:spLocks noGrp="1"/>
          </p:cNvSpPr>
          <p:nvPr/>
        </p:nvSpPr>
        <p:spPr>
          <a:xfrm>
            <a:off x="3314700" y="4619625"/>
            <a:ext cx="1238250" cy="3619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defRPr sz="1500" b="1">
                <a:solidFill>
                  <a:srgbClr val="F7946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79465"/>
                </a:solidFill>
                <a:latin typeface="Arial"/>
                <a:ea typeface="Arial"/>
                <a:cs typeface="Arial"/>
              </a:rPr>
              <a:t>git add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0DEEC30-4CE5-4AFE-8D25-9396A680792B}"/>
              </a:ext>
            </a:extLst>
          </p:cNvPr>
          <p:cNvSpPr>
            <a:spLocks noGrp="1"/>
          </p:cNvSpPr>
          <p:nvPr/>
        </p:nvSpPr>
        <p:spPr>
          <a:xfrm>
            <a:off x="6172200" y="4619625"/>
            <a:ext cx="1428750" cy="3619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defRPr sz="1500" b="1">
                <a:solidFill>
                  <a:srgbClr val="ED3B5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D3B55"/>
                </a:solidFill>
                <a:latin typeface="Arial"/>
                <a:ea typeface="Arial"/>
                <a:cs typeface="Arial"/>
              </a:rPr>
              <a:t>git commit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C515F8C-A6CE-4416-BEEA-BE263D56850C}"/>
              </a:ext>
            </a:extLst>
          </p:cNvPr>
          <p:cNvSpPr>
            <a:spLocks noGrp="1"/>
          </p:cNvSpPr>
          <p:nvPr/>
        </p:nvSpPr>
        <p:spPr>
          <a:xfrm>
            <a:off x="9163050" y="4619625"/>
            <a:ext cx="1238250" cy="3619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defRPr sz="1500" b="1">
                <a:solidFill>
                  <a:srgbClr val="54CBA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4CBA0"/>
                </a:solidFill>
                <a:latin typeface="Arial"/>
                <a:ea typeface="Arial"/>
                <a:cs typeface="Arial"/>
              </a:rPr>
              <a:t>git push</a:t>
            </a:r>
          </a:p>
        </p:txBody>
      </p:sp>
    </p:spTree>
    <p:extLst>
      <p:ext uri="{BB962C8B-B14F-4D97-AF65-F5344CB8AC3E}">
        <p14:creationId xmlns:p14="http://schemas.microsoft.com/office/powerpoint/2010/main" val="31836517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4475B13-2B76-489F-AC45-19A0839D52A9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10953750" cy="609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2925" b="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2925" b="0">
                <a:solidFill>
                  <a:srgbClr val="343434"/>
                </a:solidFill>
                <a:latin typeface="Arial"/>
                <a:ea typeface="Arial"/>
                <a:cs typeface="Arial"/>
              </a:rPr>
              <a:t>AI membantu, mahasiswa tetap bertanggung jawab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79F2F2C-44CD-4C75-A6C9-DA2B918D883F}"/>
              </a:ext>
            </a:extLst>
          </p:cNvPr>
          <p:cNvSpPr>
            <a:spLocks noGrp="1"/>
          </p:cNvSpPr>
          <p:nvPr/>
        </p:nvSpPr>
        <p:spPr>
          <a:xfrm>
            <a:off x="1047750" y="2190750"/>
            <a:ext cx="4286250" cy="1333500"/>
          </a:xfrm>
          <a:prstGeom prst="roundRect">
            <a:avLst>
              <a:gd name="adj" fmla="val 12857"/>
            </a:avLst>
          </a:prstGeom>
          <a:solidFill>
            <a:srgbClr val="F0D23F"/>
          </a:solidFill>
          <a:ln w="0">
            <a:noFill/>
          </a:ln>
        </p:spPr>
        <p:txBody>
          <a:bodyPr anchor="ctr"/>
          <a:lstStyle/>
          <a:p>
            <a:pPr algn="ctr">
              <a:defRPr sz="2025" b="1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343434"/>
                </a:solidFill>
                <a:latin typeface="Arial"/>
                <a:ea typeface="Arial"/>
                <a:cs typeface="Arial"/>
              </a:rPr>
              <a:t>BOLEH</a:t>
            </a:r>
          </a:p>
          <a:p>
            <a:pPr algn="ctr">
              <a:defRPr sz="2025" b="1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343434"/>
                </a:solidFill>
                <a:latin typeface="Arial"/>
                <a:ea typeface="Arial"/>
                <a:cs typeface="Arial"/>
              </a:rPr>
              <a:t>Menjelaskan error dan mengusulkan test case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7BFAA1F-8E51-4598-A4FE-6E76782D867A}"/>
              </a:ext>
            </a:extLst>
          </p:cNvPr>
          <p:cNvSpPr>
            <a:spLocks noGrp="1"/>
          </p:cNvSpPr>
          <p:nvPr/>
        </p:nvSpPr>
        <p:spPr>
          <a:xfrm>
            <a:off x="1143000" y="3857625"/>
            <a:ext cx="409575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defRPr sz="1650" b="0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43434"/>
                </a:solidFill>
                <a:latin typeface="Arial"/>
                <a:ea typeface="Arial"/>
                <a:cs typeface="Arial"/>
              </a:rPr>
              <a:t>Baca, pahami, jalankan, uji, dan catat penggunaan AI.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2A4E8D0-CBDF-4AA5-A16E-EFCD6E60E2DD}"/>
              </a:ext>
            </a:extLst>
          </p:cNvPr>
          <p:cNvSpPr>
            <a:spLocks noGrp="1"/>
          </p:cNvSpPr>
          <p:nvPr/>
        </p:nvSpPr>
        <p:spPr>
          <a:xfrm>
            <a:off x="5810250" y="1381125"/>
            <a:ext cx="4953000" cy="4286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2100" b="1">
                <a:solidFill>
                  <a:srgbClr val="ED3B5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ED3B55"/>
                </a:solidFill>
                <a:latin typeface="Arial"/>
                <a:ea typeface="Arial"/>
                <a:cs typeface="Arial"/>
              </a:rPr>
              <a:t>Batas yang perlu dijaga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9F1F5AF-0DBE-4F20-BB98-0785EF193354}"/>
              </a:ext>
            </a:extLst>
          </p:cNvPr>
          <p:cNvSpPr>
            <a:spLocks noGrp="1"/>
          </p:cNvSpPr>
          <p:nvPr/>
        </p:nvSpPr>
        <p:spPr>
          <a:xfrm>
            <a:off x="5810250" y="2047875"/>
            <a:ext cx="4953000" cy="31432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marL="228600" indent="-114300">
              <a:spcAft>
                <a:spcPts val="1000"/>
              </a:spcAft>
              <a:buChar char="•"/>
              <a:defRPr sz="1725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343434"/>
                </a:solidFill>
                <a:latin typeface="Arial"/>
                <a:ea typeface="Arial"/>
                <a:cs typeface="Arial"/>
              </a:rPr>
              <a:t>Jangan kirim password atau API key</a:t>
            </a:r>
          </a:p>
          <a:p>
            <a:pPr marL="228600" indent="-114300">
              <a:spcAft>
                <a:spcPts val="1000"/>
              </a:spcAft>
              <a:buChar char="•"/>
              <a:defRPr sz="1725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343434"/>
                </a:solidFill>
                <a:latin typeface="Arial"/>
                <a:ea typeface="Arial"/>
                <a:cs typeface="Arial"/>
              </a:rPr>
              <a:t>Jangan unggah data pribadi</a:t>
            </a:r>
          </a:p>
          <a:p>
            <a:pPr marL="228600" indent="-114300">
              <a:spcAft>
                <a:spcPts val="1000"/>
              </a:spcAft>
              <a:buChar char="•"/>
              <a:defRPr sz="1725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343434"/>
                </a:solidFill>
                <a:latin typeface="Arial"/>
                <a:ea typeface="Arial"/>
                <a:cs typeface="Arial"/>
              </a:rPr>
              <a:t>Jangan serahkan kode yang tidak dipahami</a:t>
            </a:r>
          </a:p>
          <a:p>
            <a:pPr marL="228600" indent="-114300">
              <a:spcAft>
                <a:spcPts val="1000"/>
              </a:spcAft>
              <a:buChar char="•"/>
              <a:defRPr sz="1725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343434"/>
                </a:solidFill>
                <a:latin typeface="Arial"/>
                <a:ea typeface="Arial"/>
                <a:cs typeface="Arial"/>
              </a:rPr>
              <a:t>Bandingkan dengan dokumentasi resmi</a:t>
            </a:r>
          </a:p>
          <a:p>
            <a:pPr marL="228600" indent="-114300">
              <a:spcAft>
                <a:spcPts val="1000"/>
              </a:spcAft>
              <a:buChar char="•"/>
              <a:defRPr sz="1725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343434"/>
                </a:solidFill>
                <a:latin typeface="Arial"/>
                <a:ea typeface="Arial"/>
                <a:cs typeface="Arial"/>
              </a:rPr>
              <a:t>Sertakan AI Use Statement</a:t>
            </a:r>
          </a:p>
          <a:p>
            <a:pPr marL="228600" indent="-114300">
              <a:spcAft>
                <a:spcPts val="1000"/>
              </a:spcAft>
              <a:buChar char="•"/>
              <a:defRPr sz="1725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343434"/>
                </a:solidFill>
                <a:latin typeface="Arial"/>
                <a:ea typeface="Arial"/>
                <a:cs typeface="Arial"/>
              </a:rPr>
              <a:t>Mahasiswa menjelaskan seluruh kode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30DF017-E3FF-41E9-A848-23C6B6D17507}"/>
              </a:ext>
            </a:extLst>
          </p:cNvPr>
          <p:cNvSpPr>
            <a:spLocks noGrp="1"/>
          </p:cNvSpPr>
          <p:nvPr/>
        </p:nvSpPr>
        <p:spPr>
          <a:xfrm>
            <a:off x="5810250" y="5476875"/>
            <a:ext cx="476250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650" b="1">
                <a:solidFill>
                  <a:srgbClr val="54CBA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4CBA0"/>
                </a:solidFill>
                <a:latin typeface="Arial"/>
                <a:ea typeface="Arial"/>
                <a:cs typeface="Arial"/>
              </a:rPr>
              <a:t>Keluaran AI selalu perlu diverifikasi</a:t>
            </a:r>
          </a:p>
        </p:txBody>
      </p:sp>
    </p:spTree>
    <p:extLst>
      <p:ext uri="{BB962C8B-B14F-4D97-AF65-F5344CB8AC3E}">
        <p14:creationId xmlns:p14="http://schemas.microsoft.com/office/powerpoint/2010/main" val="41846009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D202E49-76AE-4B1F-AC3F-913524FFC855}"/>
              </a:ext>
            </a:extLst>
          </p:cNvPr>
          <p:cNvSpPr>
            <a:spLocks noGrp="1"/>
          </p:cNvSpPr>
          <p:nvPr/>
        </p:nvSpPr>
        <p:spPr>
          <a:xfrm>
            <a:off x="8239125" y="476250"/>
            <a:ext cx="3238500" cy="7620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r">
              <a:defRPr sz="28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Ringkasan minggu pertama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37E6107-E3CC-45DF-B05E-2028AE810A1A}"/>
              </a:ext>
            </a:extLst>
          </p:cNvPr>
          <p:cNvSpPr>
            <a:spLocks noGrp="1"/>
          </p:cNvSpPr>
          <p:nvPr/>
        </p:nvSpPr>
        <p:spPr>
          <a:xfrm>
            <a:off x="762000" y="1428750"/>
            <a:ext cx="609600" cy="609600"/>
          </a:xfrm>
          <a:prstGeom prst="roundRect">
            <a:avLst>
              <a:gd name="adj" fmla="val 28125"/>
            </a:avLst>
          </a:prstGeom>
          <a:solidFill>
            <a:srgbClr val="54CBA0"/>
          </a:solidFill>
          <a:ln w="0">
            <a:noFill/>
          </a:ln>
        </p:spPr>
        <p:txBody>
          <a:bodyPr anchor="ctr"/>
          <a:lstStyle/>
          <a:p>
            <a: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E1D7AF-C8FC-43CD-B472-22A106FFE47D}"/>
              </a:ext>
            </a:extLst>
          </p:cNvPr>
          <p:cNvSpPr>
            <a:spLocks noGrp="1"/>
          </p:cNvSpPr>
          <p:nvPr/>
        </p:nvSpPr>
        <p:spPr>
          <a:xfrm>
            <a:off x="1666875" y="1466850"/>
            <a:ext cx="6191250" cy="5238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URL menentukan cara dan lokasi akses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ACD8316-43B4-4C5A-A5FC-B16290886B0D}"/>
              </a:ext>
            </a:extLst>
          </p:cNvPr>
          <p:cNvSpPr>
            <a:spLocks noGrp="1"/>
          </p:cNvSpPr>
          <p:nvPr/>
        </p:nvSpPr>
        <p:spPr>
          <a:xfrm>
            <a:off x="762000" y="2524125"/>
            <a:ext cx="609600" cy="609600"/>
          </a:xfrm>
          <a:prstGeom prst="roundRect">
            <a:avLst>
              <a:gd name="adj" fmla="val 28125"/>
            </a:avLst>
          </a:prstGeom>
          <a:solidFill>
            <a:srgbClr val="ED3B55"/>
          </a:solidFill>
          <a:ln w="0">
            <a:noFill/>
          </a:ln>
        </p:spPr>
        <p:txBody>
          <a:bodyPr anchor="ctr"/>
          <a:lstStyle/>
          <a:p>
            <a: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36CAADF-04D3-4812-A6C7-416EF4B2B23E}"/>
              </a:ext>
            </a:extLst>
          </p:cNvPr>
          <p:cNvSpPr>
            <a:spLocks noGrp="1"/>
          </p:cNvSpPr>
          <p:nvPr/>
        </p:nvSpPr>
        <p:spPr>
          <a:xfrm>
            <a:off x="1666875" y="2562225"/>
            <a:ext cx="6191250" cy="5238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HTTP menghubungkan client dan server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865C4D7-D140-49DC-8240-47742EAEC004}"/>
              </a:ext>
            </a:extLst>
          </p:cNvPr>
          <p:cNvSpPr>
            <a:spLocks noGrp="1"/>
          </p:cNvSpPr>
          <p:nvPr/>
        </p:nvSpPr>
        <p:spPr>
          <a:xfrm>
            <a:off x="762000" y="3619500"/>
            <a:ext cx="609600" cy="609600"/>
          </a:xfrm>
          <a:prstGeom prst="roundRect">
            <a:avLst>
              <a:gd name="adj" fmla="val 28125"/>
            </a:avLst>
          </a:prstGeom>
          <a:solidFill>
            <a:srgbClr val="F79465"/>
          </a:solidFill>
          <a:ln w="0">
            <a:noFill/>
          </a:ln>
        </p:spPr>
        <p:txBody>
          <a:bodyPr anchor="ctr"/>
          <a:lstStyle/>
          <a:p>
            <a: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C946021-3E06-46A1-ABC5-F094ECA829CA}"/>
              </a:ext>
            </a:extLst>
          </p:cNvPr>
          <p:cNvSpPr>
            <a:spLocks noGrp="1"/>
          </p:cNvSpPr>
          <p:nvPr/>
        </p:nvSpPr>
        <p:spPr>
          <a:xfrm>
            <a:off x="1666875" y="3657600"/>
            <a:ext cx="6191250" cy="5238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Browser membentuk tampilan dari sumber daya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BCC48C6-8F2C-4CD8-AAE9-2D90D613EF63}"/>
              </a:ext>
            </a:extLst>
          </p:cNvPr>
          <p:cNvSpPr>
            <a:spLocks noGrp="1"/>
          </p:cNvSpPr>
          <p:nvPr/>
        </p:nvSpPr>
        <p:spPr>
          <a:xfrm>
            <a:off x="762000" y="4714875"/>
            <a:ext cx="609600" cy="609600"/>
          </a:xfrm>
          <a:prstGeom prst="roundRect">
            <a:avLst>
              <a:gd name="adj" fmla="val 28125"/>
            </a:avLst>
          </a:prstGeom>
          <a:solidFill>
            <a:srgbClr val="F0D23F"/>
          </a:solidFill>
          <a:ln w="0">
            <a:noFill/>
          </a:ln>
        </p:spPr>
        <p:txBody>
          <a:bodyPr anchor="ctr"/>
          <a:lstStyle/>
          <a:p>
            <a:pPr algn="ctr">
              <a:defRPr sz="1575" b="1">
                <a:solidFill>
                  <a:srgbClr val="34343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43434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16A319A-6BC2-428E-8BD2-54B7C16E650D}"/>
              </a:ext>
            </a:extLst>
          </p:cNvPr>
          <p:cNvSpPr>
            <a:spLocks noGrp="1"/>
          </p:cNvSpPr>
          <p:nvPr/>
        </p:nvSpPr>
        <p:spPr>
          <a:xfrm>
            <a:off x="1666875" y="4752975"/>
            <a:ext cx="6191250" cy="5238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DevTools dan Git mendukung proses kerja</a:t>
            </a:r>
          </a:p>
        </p:txBody>
      </p:sp>
    </p:spTree>
    <p:extLst>
      <p:ext uri="{BB962C8B-B14F-4D97-AF65-F5344CB8AC3E}">
        <p14:creationId xmlns:p14="http://schemas.microsoft.com/office/powerpoint/2010/main" val="31488225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18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F5B93D9-456B-4ACD-A63B-480A3E5CEE4D}"/>
              </a:ext>
            </a:extLst>
          </p:cNvPr>
          <p:cNvSpPr>
            <a:spLocks noGrp="1"/>
          </p:cNvSpPr>
          <p:nvPr/>
        </p:nvSpPr>
        <p:spPr>
          <a:xfrm>
            <a:off x="3952875" y="4762500"/>
            <a:ext cx="400050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defRPr sz="34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Diskusi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55BDC1F-0622-45BD-A269-193702C4EE15}"/>
              </a:ext>
            </a:extLst>
          </p:cNvPr>
          <p:cNvSpPr>
            <a:spLocks noGrp="1"/>
          </p:cNvSpPr>
          <p:nvPr/>
        </p:nvSpPr>
        <p:spPr>
          <a:xfrm>
            <a:off x="3238500" y="5476875"/>
            <a:ext cx="5429250" cy="4000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Apa yang terjadi setelah pengguna membuka URL?</a:t>
            </a:r>
          </a:p>
        </p:txBody>
      </p:sp>
    </p:spTree>
    <p:extLst>
      <p:ext uri="{BB962C8B-B14F-4D97-AF65-F5344CB8AC3E}">
        <p14:creationId xmlns:p14="http://schemas.microsoft.com/office/powerpoint/2010/main" val="364121930"/>
      </p:ext>
    </p:extLst>
  </p:cSld>
  <p:clrMapOvr>
    <a:masterClrMapping/>
  </p:clrMapOvr>
</p:sld>
</file>

<file path=ppt/theme/theme1.xml><?xml version="1.0" encoding="utf-8"?>
<a:theme xmlns:a="http://schemas.openxmlformats.org/drawingml/2006/main" name="Cover and End Slide Master">
  <a:themeElements>
    <a:clrScheme name="ALLPPT-122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F0D23F"/>
      </a:accent1>
      <a:accent2>
        <a:srgbClr val="F79465"/>
      </a:accent2>
      <a:accent3>
        <a:srgbClr val="ED3B55"/>
      </a:accent3>
      <a:accent4>
        <a:srgbClr val="54CBA0"/>
      </a:accent4>
      <a:accent5>
        <a:srgbClr val="78AAE1"/>
      </a:accent5>
      <a:accent6>
        <a:srgbClr val="77DBE1"/>
      </a:accent6>
      <a:hlink>
        <a:srgbClr val="FFFFFF"/>
      </a:hlink>
      <a:folHlink>
        <a:srgbClr val="800080"/>
      </a:folHlink>
    </a:clrScheme>
    <a:fontScheme name="ALLPPT PONTS">
      <a:majorFont>
        <a:latin typeface="Arial"/>
        <a:ea typeface="Malgun Gothic"/>
        <a:cs typeface=""/>
      </a:majorFont>
      <a:minorFont>
        <a:latin typeface="Arial"/>
        <a:ea typeface="맑은 고딕"/>
        <a:cs typeface=""/>
      </a:minorFont>
    </a:fontScheme>
    <a:fmtScheme name="ALLPPT-122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ontents Slide Master">
  <a:themeElements>
    <a:clrScheme name="ALLPPT-122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F0D23F"/>
      </a:accent1>
      <a:accent2>
        <a:srgbClr val="F79465"/>
      </a:accent2>
      <a:accent3>
        <a:srgbClr val="ED3B55"/>
      </a:accent3>
      <a:accent4>
        <a:srgbClr val="54CBA0"/>
      </a:accent4>
      <a:accent5>
        <a:srgbClr val="78AAE1"/>
      </a:accent5>
      <a:accent6>
        <a:srgbClr val="77DBE1"/>
      </a:accent6>
      <a:hlink>
        <a:srgbClr val="FFFF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ALLPPT-122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Section Break Slide Master">
  <a:themeElements>
    <a:clrScheme name="ALLPPT-628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ALLPPT-628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Cover and End Slide Master">
  <a:themeElements>
    <a:clrScheme name="ALLPPT-122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F0D23F"/>
      </a:accent1>
      <a:accent2>
        <a:srgbClr val="F79465"/>
      </a:accent2>
      <a:accent3>
        <a:srgbClr val="ED3B55"/>
      </a:accent3>
      <a:accent4>
        <a:srgbClr val="54CBA0"/>
      </a:accent4>
      <a:accent5>
        <a:srgbClr val="78AAE1"/>
      </a:accent5>
      <a:accent6>
        <a:srgbClr val="77DBE1"/>
      </a:accent6>
      <a:hlink>
        <a:srgbClr val="FFFFFF"/>
      </a:hlink>
      <a:folHlink>
        <a:srgbClr val="800080"/>
      </a:folHlink>
    </a:clrScheme>
    <a:fontScheme name="ALLPPT PONTS">
      <a:majorFont>
        <a:latin typeface="Arial"/>
        <a:ea typeface="Malgun Gothic"/>
        <a:cs typeface=""/>
      </a:majorFont>
      <a:minorFont>
        <a:latin typeface="Arial"/>
        <a:ea typeface="맑은 고딕"/>
        <a:cs typeface=""/>
      </a:minorFont>
    </a:fontScheme>
    <a:fmtScheme name="ALLPPT-122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1364</Words>
  <Application>Microsoft Office PowerPoint</Application>
  <DocSecurity>0</DocSecurity>
  <PresentationFormat>Widescreen</PresentationFormat>
  <Paragraphs>232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Cover and End Slide Master</vt:lpstr>
      <vt:lpstr>Contents Slide Master</vt:lpstr>
      <vt:lpstr>Section Break Slide Master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Ardiles Sinaga</cp:lastModifiedBy>
  <cp:revision>1</cp:revision>
  <dcterms:created xsi:type="dcterms:W3CDTF">2026-09-07T06:08:21Z</dcterms:created>
  <dcterms:modified xsi:type="dcterms:W3CDTF">2026-09-08T00:21:19Z</dcterms:modified>
</cp:coreProperties>
</file>