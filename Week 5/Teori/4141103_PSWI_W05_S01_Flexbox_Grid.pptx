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2947e323a54db8" /><Relationship Type="http://schemas.openxmlformats.org/officeDocument/2006/relationships/extended-properties" Target="/docProps/app.xml" Id="Rb6ddd19cc29949f5" /><Relationship Type="http://schemas.openxmlformats.org/officeDocument/2006/relationships/officeDocument" Target="/ppt/presentation.xml" Id="Rc7e0149a18b442a5" /></Relationships>
</file>

<file path=ppt/presentation.xml><?xml version="1.0" encoding="utf-8"?>
<p:presentation xmlns:p="http://schemas.openxmlformats.org/presentationml/2006/main">
  <p:sldMasterIdLst>
    <p:sldMasterId xmlns:r="http://schemas.openxmlformats.org/officeDocument/2006/relationships" id="2147483648" r:id="Rbb92103bdfa44113"/>
    <p:sldMasterId xmlns:r="http://schemas.openxmlformats.org/officeDocument/2006/relationships" id="2147483651" r:id="R208e16c417ca4f2b"/>
    <p:sldMasterId xmlns:r="http://schemas.openxmlformats.org/officeDocument/2006/relationships" id="2147483670" r:id="Re474f3784fbd4026"/>
  </p:sldMasterIdLst>
  <p:notesMasterIdLst>
    <p:notesMasterId xmlns:r="http://schemas.openxmlformats.org/officeDocument/2006/relationships" r:id="Ra2262948e1dd45b5"/>
  </p:notesMasterIdLst>
  <p:sldIdLst>
    <p:sldId xmlns:r="http://schemas.openxmlformats.org/officeDocument/2006/relationships" id="256" r:id="Rb958e206bc194713"/>
    <p:sldId xmlns:r="http://schemas.openxmlformats.org/officeDocument/2006/relationships" id="257" r:id="R7d755f3a31d74ae7"/>
    <p:sldId xmlns:r="http://schemas.openxmlformats.org/officeDocument/2006/relationships" id="258" r:id="Rb11d734fb5bf4860"/>
    <p:sldId xmlns:r="http://schemas.openxmlformats.org/officeDocument/2006/relationships" id="259" r:id="R587d2f820ac047a6"/>
    <p:sldId xmlns:r="http://schemas.openxmlformats.org/officeDocument/2006/relationships" id="260" r:id="R52bc6b98c3f64e84"/>
    <p:sldId xmlns:r="http://schemas.openxmlformats.org/officeDocument/2006/relationships" id="261" r:id="Rfbe451ce132140be"/>
    <p:sldId xmlns:r="http://schemas.openxmlformats.org/officeDocument/2006/relationships" id="262" r:id="Rd6e7031c35ce41d4"/>
    <p:sldId xmlns:r="http://schemas.openxmlformats.org/officeDocument/2006/relationships" id="263" r:id="Rff8c155d83d94043"/>
    <p:sldId xmlns:r="http://schemas.openxmlformats.org/officeDocument/2006/relationships" id="264" r:id="Re1aafe4af4304abc"/>
    <p:sldId xmlns:r="http://schemas.openxmlformats.org/officeDocument/2006/relationships" id="265" r:id="R0431d5e114c346f6"/>
    <p:sldId xmlns:r="http://schemas.openxmlformats.org/officeDocument/2006/relationships" id="266" r:id="R78aeee1c0aeb498d"/>
    <p:sldId xmlns:r="http://schemas.openxmlformats.org/officeDocument/2006/relationships" id="267" r:id="R5bdc706ff3db43bd"/>
    <p:sldId xmlns:r="http://schemas.openxmlformats.org/officeDocument/2006/relationships" id="268" r:id="R37096ca05e794a51"/>
    <p:sldId xmlns:r="http://schemas.openxmlformats.org/officeDocument/2006/relationships" id="269" r:id="R2501e74cdc684670"/>
    <p:sldId xmlns:r="http://schemas.openxmlformats.org/officeDocument/2006/relationships" id="270" r:id="R3c99b3660c7d4d15"/>
    <p:sldId xmlns:r="http://schemas.openxmlformats.org/officeDocument/2006/relationships" id="271" r:id="R720591a7ec50467a"/>
    <p:sldId xmlns:r="http://schemas.openxmlformats.org/officeDocument/2006/relationships" id="272" r:id="R687c180bc8044864"/>
    <p:sldId xmlns:r="http://schemas.openxmlformats.org/officeDocument/2006/relationships" id="273" r:id="Rd396ad1cd445410d"/>
    <p:sldId xmlns:r="http://schemas.openxmlformats.org/officeDocument/2006/relationships" id="274" r:id="R9fe588e3882e4bb7"/>
    <p:sldId xmlns:r="http://schemas.openxmlformats.org/officeDocument/2006/relationships" id="275" r:id="R4ebd4e3e15c14e3a"/>
    <p:sldId xmlns:r="http://schemas.openxmlformats.org/officeDocument/2006/relationships" id="276" r:id="R1a0565fc15594f50"/>
    <p:sldId xmlns:r="http://schemas.openxmlformats.org/officeDocument/2006/relationships" id="277" r:id="R242cd46bdf744470"/>
    <p:sldId xmlns:r="http://schemas.openxmlformats.org/officeDocument/2006/relationships" id="278" r:id="R00d8a2747fc94bf7"/>
    <p:sldId xmlns:r="http://schemas.openxmlformats.org/officeDocument/2006/relationships" id="279" r:id="R0232025ebaa24312"/>
    <p:sldId xmlns:r="http://schemas.openxmlformats.org/officeDocument/2006/relationships" id="280" r:id="R5000c74a5019439b"/>
    <p:sldId xmlns:r="http://schemas.openxmlformats.org/officeDocument/2006/relationships" id="281" r:id="Rd4471272a0fa4fbc"/>
    <p:sldId xmlns:r="http://schemas.openxmlformats.org/officeDocument/2006/relationships" id="282" r:id="R8ac7e2a2368a44db"/>
    <p:sldId xmlns:r="http://schemas.openxmlformats.org/officeDocument/2006/relationships" id="283" r:id="R641ec4d53b31425f"/>
    <p:sldId xmlns:r="http://schemas.openxmlformats.org/officeDocument/2006/relationships" id="284" r:id="Rb99be8d9b5f04fad"/>
    <p:sldId xmlns:r="http://schemas.openxmlformats.org/officeDocument/2006/relationships" id="285" r:id="Rce415b438c6342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95d37a95c8b46f7" /><Relationship Type="http://schemas.openxmlformats.org/officeDocument/2006/relationships/slideMaster" Target="/ppt/slideMasters/slideMaster1.xml" Id="Rbb92103bdfa44113" /><Relationship Type="http://schemas.openxmlformats.org/officeDocument/2006/relationships/slideMaster" Target="/ppt/slideMasters/slideMaster2.xml" Id="R208e16c417ca4f2b" /><Relationship Type="http://schemas.openxmlformats.org/officeDocument/2006/relationships/slideMaster" Target="/ppt/slideMasters/slideMaster3.xml" Id="Re474f3784fbd4026" /><Relationship Type="http://schemas.openxmlformats.org/officeDocument/2006/relationships/notesMaster" Target="/ppt/notesMasters/notesMaster1.xml" Id="Ra2262948e1dd45b5" /><Relationship Type="http://schemas.openxmlformats.org/officeDocument/2006/relationships/presProps" Target="/ppt/presProps.xml" Id="R0a82dbd56e1d44ee" /><Relationship Type="http://schemas.openxmlformats.org/officeDocument/2006/relationships/viewProps" Target="/ppt/viewProps.xml" Id="R3b09091493ff423b" /><Relationship Type="http://schemas.openxmlformats.org/officeDocument/2006/relationships/tableStyles" Target="/ppt/tableStyles.xml" Id="R69722e8497af402f" /><Relationship Type="http://schemas.openxmlformats.org/officeDocument/2006/relationships/slide" Target="/ppt/slides/slide1.xml" Id="Rb958e206bc194713" /><Relationship Type="http://schemas.openxmlformats.org/officeDocument/2006/relationships/slide" Target="/ppt/slides/slide2.xml" Id="R7d755f3a31d74ae7" /><Relationship Type="http://schemas.openxmlformats.org/officeDocument/2006/relationships/slide" Target="/ppt/slides/slide3.xml" Id="Rb11d734fb5bf4860" /><Relationship Type="http://schemas.openxmlformats.org/officeDocument/2006/relationships/slide" Target="/ppt/slides/slide4.xml" Id="R587d2f820ac047a6" /><Relationship Type="http://schemas.openxmlformats.org/officeDocument/2006/relationships/slide" Target="/ppt/slides/slide5.xml" Id="R52bc6b98c3f64e84" /><Relationship Type="http://schemas.openxmlformats.org/officeDocument/2006/relationships/slide" Target="/ppt/slides/slide6.xml" Id="Rfbe451ce132140be" /><Relationship Type="http://schemas.openxmlformats.org/officeDocument/2006/relationships/slide" Target="/ppt/slides/slide7.xml" Id="Rd6e7031c35ce41d4" /><Relationship Type="http://schemas.openxmlformats.org/officeDocument/2006/relationships/slide" Target="/ppt/slides/slide8.xml" Id="Rff8c155d83d94043" /><Relationship Type="http://schemas.openxmlformats.org/officeDocument/2006/relationships/slide" Target="/ppt/slides/slide9.xml" Id="Re1aafe4af4304abc" /><Relationship Type="http://schemas.openxmlformats.org/officeDocument/2006/relationships/slide" Target="/ppt/slides/slide10.xml" Id="R0431d5e114c346f6" /><Relationship Type="http://schemas.openxmlformats.org/officeDocument/2006/relationships/slide" Target="/ppt/slides/slide11.xml" Id="R78aeee1c0aeb498d" /><Relationship Type="http://schemas.openxmlformats.org/officeDocument/2006/relationships/slide" Target="/ppt/slides/slide12.xml" Id="R5bdc706ff3db43bd" /><Relationship Type="http://schemas.openxmlformats.org/officeDocument/2006/relationships/slide" Target="/ppt/slides/slide13.xml" Id="R37096ca05e794a51" /><Relationship Type="http://schemas.openxmlformats.org/officeDocument/2006/relationships/slide" Target="/ppt/slides/slide14.xml" Id="R2501e74cdc684670" /><Relationship Type="http://schemas.openxmlformats.org/officeDocument/2006/relationships/slide" Target="/ppt/slides/slide15.xml" Id="R3c99b3660c7d4d15" /><Relationship Type="http://schemas.openxmlformats.org/officeDocument/2006/relationships/slide" Target="/ppt/slides/slide16.xml" Id="R720591a7ec50467a" /><Relationship Type="http://schemas.openxmlformats.org/officeDocument/2006/relationships/slide" Target="/ppt/slides/slide17.xml" Id="R687c180bc8044864" /><Relationship Type="http://schemas.openxmlformats.org/officeDocument/2006/relationships/slide" Target="/ppt/slides/slide18.xml" Id="Rd396ad1cd445410d" /><Relationship Type="http://schemas.openxmlformats.org/officeDocument/2006/relationships/slide" Target="/ppt/slides/slide19.xml" Id="R9fe588e3882e4bb7" /><Relationship Type="http://schemas.openxmlformats.org/officeDocument/2006/relationships/slide" Target="/ppt/slides/slide20.xml" Id="R4ebd4e3e15c14e3a" /><Relationship Type="http://schemas.openxmlformats.org/officeDocument/2006/relationships/slide" Target="/ppt/slides/slide21.xml" Id="R1a0565fc15594f50" /><Relationship Type="http://schemas.openxmlformats.org/officeDocument/2006/relationships/slide" Target="/ppt/slides/slide22.xml" Id="R242cd46bdf744470" /><Relationship Type="http://schemas.openxmlformats.org/officeDocument/2006/relationships/slide" Target="/ppt/slides/slide23.xml" Id="R00d8a2747fc94bf7" /><Relationship Type="http://schemas.openxmlformats.org/officeDocument/2006/relationships/slide" Target="/ppt/slides/slide24.xml" Id="R0232025ebaa24312" /><Relationship Type="http://schemas.openxmlformats.org/officeDocument/2006/relationships/slide" Target="/ppt/slides/slide25.xml" Id="R5000c74a5019439b" /><Relationship Type="http://schemas.openxmlformats.org/officeDocument/2006/relationships/slide" Target="/ppt/slides/slide26.xml" Id="Rd4471272a0fa4fbc" /><Relationship Type="http://schemas.openxmlformats.org/officeDocument/2006/relationships/slide" Target="/ppt/slides/slide27.xml" Id="R8ac7e2a2368a44db" /><Relationship Type="http://schemas.openxmlformats.org/officeDocument/2006/relationships/slide" Target="/ppt/slides/slide28.xml" Id="R641ec4d53b31425f" /><Relationship Type="http://schemas.openxmlformats.org/officeDocument/2006/relationships/slide" Target="/ppt/slides/slide29.xml" Id="Rb99be8d9b5f04fad" /><Relationship Type="http://schemas.openxmlformats.org/officeDocument/2006/relationships/slide" Target="/ppt/slides/slide30.xml" Id="Rce415b438c6342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937a10a4accf4d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over and End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e1798500d04d9c" /><Relationship Type="http://schemas.openxmlformats.org/officeDocument/2006/relationships/notesMaster" Target="/ppt/notesMasters/notesMaster1.xml" Id="R2f6c4356d59843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48be46117a40a5" /><Relationship Type="http://schemas.openxmlformats.org/officeDocument/2006/relationships/notesMaster" Target="/ppt/notesMasters/notesMaster1.xml" Id="R9c91a2055d324e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ac86143d3349bd" /><Relationship Type="http://schemas.openxmlformats.org/officeDocument/2006/relationships/notesMaster" Target="/ppt/notesMasters/notesMaster1.xml" Id="Rf0abac80382e49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b29e98df594c73" /><Relationship Type="http://schemas.openxmlformats.org/officeDocument/2006/relationships/notesMaster" Target="/ppt/notesMasters/notesMaster1.xml" Id="R4f296cd7453d44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bd6482d77b4030" /><Relationship Type="http://schemas.openxmlformats.org/officeDocument/2006/relationships/notesMaster" Target="/ppt/notesMasters/notesMaster1.xml" Id="R8fab8c2c15a240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f35996ab41460c" /><Relationship Type="http://schemas.openxmlformats.org/officeDocument/2006/relationships/notesMaster" Target="/ppt/notesMasters/notesMaster1.xml" Id="R9d546d8ad9644b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e19cfd2c7a4b37" /><Relationship Type="http://schemas.openxmlformats.org/officeDocument/2006/relationships/notesMaster" Target="/ppt/notesMasters/notesMaster1.xml" Id="R4130949192184e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a65228f5b04a7a" /><Relationship Type="http://schemas.openxmlformats.org/officeDocument/2006/relationships/notesMaster" Target="/ppt/notesMasters/notesMaster1.xml" Id="R3c6b3f46cb1445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4b96903d3740b3" /><Relationship Type="http://schemas.openxmlformats.org/officeDocument/2006/relationships/notesMaster" Target="/ppt/notesMasters/notesMaster1.xml" Id="Rd7ed6fb10fd947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517f1616074904" /><Relationship Type="http://schemas.openxmlformats.org/officeDocument/2006/relationships/notesMaster" Target="/ppt/notesMasters/notesMaster1.xml" Id="R9b56727ac3ee42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a8947b002d44bb" /><Relationship Type="http://schemas.openxmlformats.org/officeDocument/2006/relationships/notesMaster" Target="/ppt/notesMasters/notesMaster1.xml" Id="R8974d186896c43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99aacdf68d4af6" /><Relationship Type="http://schemas.openxmlformats.org/officeDocument/2006/relationships/notesMaster" Target="/ppt/notesMasters/notesMaster1.xml" Id="R7959bd816b0247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35e3173a504aed" /><Relationship Type="http://schemas.openxmlformats.org/officeDocument/2006/relationships/notesMaster" Target="/ppt/notesMasters/notesMaster1.xml" Id="R2a9075a3b5b74c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972f2b3ca140ae" /><Relationship Type="http://schemas.openxmlformats.org/officeDocument/2006/relationships/notesMaster" Target="/ppt/notesMasters/notesMaster1.xml" Id="R8288ae51e8c54e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f035d6c9574e69" /><Relationship Type="http://schemas.openxmlformats.org/officeDocument/2006/relationships/notesMaster" Target="/ppt/notesMasters/notesMaster1.xml" Id="Ra6886597dfcc4b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cec496705142f7" /><Relationship Type="http://schemas.openxmlformats.org/officeDocument/2006/relationships/notesMaster" Target="/ppt/notesMasters/notesMaster1.xml" Id="Re853b87ca40c4f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ca944d90964f22" /><Relationship Type="http://schemas.openxmlformats.org/officeDocument/2006/relationships/notesMaster" Target="/ppt/notesMasters/notesMaster1.xml" Id="Rb18533205a004fd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58cff7444e415d" /><Relationship Type="http://schemas.openxmlformats.org/officeDocument/2006/relationships/notesMaster" Target="/ppt/notesMasters/notesMaster1.xml" Id="R7ebeb3bf50b946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60c623baed4603" /><Relationship Type="http://schemas.openxmlformats.org/officeDocument/2006/relationships/notesMaster" Target="/ppt/notesMasters/notesMaster1.xml" Id="Ra0e4eba34e8b40f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d5d94fb4764618" /><Relationship Type="http://schemas.openxmlformats.org/officeDocument/2006/relationships/notesMaster" Target="/ppt/notesMasters/notesMaster1.xml" Id="Rb974c7d898e243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02e17d55784054" /><Relationship Type="http://schemas.openxmlformats.org/officeDocument/2006/relationships/notesMaster" Target="/ppt/notesMasters/notesMaster1.xml" Id="R7a6df9a2815e4e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38daa7137e4cf4" /><Relationship Type="http://schemas.openxmlformats.org/officeDocument/2006/relationships/notesMaster" Target="/ppt/notesMasters/notesMaster1.xml" Id="Rf1c27228a0994e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9add9173954252" /><Relationship Type="http://schemas.openxmlformats.org/officeDocument/2006/relationships/notesMaster" Target="/ppt/notesMasters/notesMaster1.xml" Id="Rd9abda5c664841e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46fb16a6d3a4f42" /><Relationship Type="http://schemas.openxmlformats.org/officeDocument/2006/relationships/notesMaster" Target="/ppt/notesMasters/notesMaster1.xml" Id="R530db3550b47485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f7c494b87404d28" /><Relationship Type="http://schemas.openxmlformats.org/officeDocument/2006/relationships/notesMaster" Target="/ppt/notesMasters/notesMaster1.xml" Id="R14558d4f489b4a0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740df04774746d8" /><Relationship Type="http://schemas.openxmlformats.org/officeDocument/2006/relationships/notesMaster" Target="/ppt/notesMasters/notesMaster1.xml" Id="R93ba490a68e3447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0fd901e70f4334" /><Relationship Type="http://schemas.openxmlformats.org/officeDocument/2006/relationships/notesMaster" Target="/ppt/notesMasters/notesMaster1.xml" Id="Ra85c194ce7134b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d8c07a2fe0d4bec" /><Relationship Type="http://schemas.openxmlformats.org/officeDocument/2006/relationships/notesMaster" Target="/ppt/notesMasters/notesMaster1.xml" Id="R73be378fd93e4c1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c3d196a47cb48e9" /><Relationship Type="http://schemas.openxmlformats.org/officeDocument/2006/relationships/notesMaster" Target="/ppt/notesMasters/notesMaster1.xml" Id="R34d814d3935d4ce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4a7297969644208" /><Relationship Type="http://schemas.openxmlformats.org/officeDocument/2006/relationships/notesMaster" Target="/ppt/notesMasters/notesMaster1.xml" Id="R06159f98710c40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flow adalah penempatan elemen sebelum pengaturan tata letak khusus. Elemen block biasanya memulai baris baru; elemen inline mengikuti alur teks. display mengubah cara sebuah elemen berpartisipasi dalam layout. Pahami alur bawaan sebelum memakai positioning. Absolute positioning mengeluarkan elemen dari normal flow dan tidak cocok sebagai cara utama menyusun seluruh halaman.</a:t>
            </a:r>
          </a:p>
          <a:p xmlns:a="http://schemas.openxmlformats.org/drawingml/2006/main">
            <a:r>
              <a:t>Pertanyaan: Mengapa absolute positioning berlebihan menyulitkan teks panjang?</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Mengapa absolute positioning berlebihan menyulitkan teks panjang?</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flex mengaktifkan Flexbox pada container. Anak langsung menjadi flex item; cucu tidak otomatis menjadi flex item container tersebut. Flexbox terutama membantu penyusunan pada satu sumbu dengan pengaturan distribusi ruang dan alignment. Bungkus item dengan struktur HTML yang masuk akal dan hindari pembungkus yang tidak diperlukan.</a:t>
            </a:r>
          </a:p>
          <a:p xmlns:a="http://schemas.openxmlformats.org/drawingml/2006/main">
            <a:r>
              <a:t>Pertanyaan: Elemen mana menjadi item bila ul diberi display flex?</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Elemen mana menjadi item bila ul diberi display flex?</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flex-direction menentukan sumbu utama. row mengikuti sumbu inline, sedangkan column mengikuti sumbu block. justify-content mengatur item pada sumbu utama dan align-items pada sumbu silang. Arti horizontal atau vertikal bergantung direction dan writing mode. Untuk latihan bahasa Indonesia dengan arah biasa, row tampak horizontal. Gunakan istilah sumbu agar konsep tetap benar ketika direction berubah.</a:t>
            </a:r>
          </a:p>
          <a:p xmlns:a="http://schemas.openxmlformats.org/drawingml/2006/main">
            <a:r>
              <a:t>Pertanyaan: Apa yang berubah jika flex-direction menjadi column?</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Apa yang berubah jika flex-direction menjadi column?</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flex-wrap memungkinkan item pindah ke baris lain ketika ruang tidak cukup. gap memberi jarak antaritem tanpa menambahkan margin di tepi container. Jangan memaksa navigasi selalu satu baris pada layar kecil. Teks panjang dapat mempertahankan min-width bawaan item; min-width 0 sering diperlukan pada item yang boleh menyusut. Uji data panjang, bukan hanya label pendek.</a:t>
            </a:r>
          </a:p>
          <a:p xmlns:a="http://schemas.openxmlformats.org/drawingml/2006/main">
            <a:r>
              <a:t>Pertanyaan: Mengapa label panjang perlu menjadi kasus uji?</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Mengapa label panjang perlu menjadi kasus uji?</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flex-basis menentukan ukuran dasar item pada sumbu utama sebelum distribusi ruang. flex-grow menentukan bagian ruang tambahan, sedangkan flex-shrink menentukan penyusutan. flex 1 1 15rem berarti item dapat tumbuh dan menyusut dari basis 15rem. Ini bukan jaminan lebar selalu tepat 15rem. Jangan menghafal singkatan tanpa menguji hasil pada container sempit dan lebar.</a:t>
            </a:r>
          </a:p>
          <a:p xmlns:a="http://schemas.openxmlformats.org/drawingml/2006/main">
            <a:r>
              <a:t>Pertanyaan: Apakah flex-basis sama dengan lebar final pada semua kondisi?</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Apakah flex-basis sama dengan lebar final pada semua kondisi?</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 mengatur hubungan baris dan kolom. display grid menjadikan anak langsung sebagai grid item. grid-template-columns menentukan track kolom. Grid cocok untuk katalog card atau tata letak halaman yang memerlukan keselarasan dua dimensi. Flexbox tetap berguna di dalam card. Satu halaman boleh memakai keduanya berdasarkan kebutuhan, tanpa harus memilih satu untuk semua komponen.</a:t>
            </a:r>
          </a:p>
          <a:p xmlns:a="http://schemas.openxmlformats.org/drawingml/2006/main">
            <a:r>
              <a:t>Pertanyaan: Kapan Grid lebih jelas daripada Flexbox?</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Kapan Grid lebih jelas daripada Flexbox?</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 membagi ruang fleksibel pada grid setelah kebutuhan lain dipertimbangkan. repeat menghindari pengulangan track; minmax menentukan rentang ukuran. Pola auto-fit dengan minmax dapat membuat jumlah kolom berubah sesuai ruang. Minimum tetap yang terlalu besar dapat overflow pada container sangat kecil; pilih minimum yang tidak melampaui 100% ruang.</a:t>
            </a:r>
          </a:p>
          <a:p xmlns:a="http://schemas.openxmlformats.org/drawingml/2006/main">
            <a:r>
              <a:t>Pertanyaan: Mengapa minimum track perlu memperhatikan lebar container?</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Mengapa minimum track perlu memperhatikan lebar container?</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justify-items mengatur alignment item dalam sel pada sumbu inline; align-items pada sumbu block. justify-content dan align-content mengatur kumpulan track ketika ada ruang sisa. Nilai stretch dapat membuat item memenuhi ruang yang tersedia. Jika gambar atau tombol tampak meregang tidak sesuai tujuan, periksa apakah aturan berlaku pada container atau item.</a:t>
            </a:r>
          </a:p>
          <a:p xmlns:a="http://schemas.openxmlformats.org/drawingml/2006/main">
            <a:r>
              <a:t>Pertanyaan: Apa beda align-items pada Grid dan align-self pada sebuah item?</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Apa beda align-items pada Grid dan align-self pada sebuah item?</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Item dapat ditempatkan menggunakan garis atau area. Kemudahan visual ini tidak mengubah urutan DOM bagi navigasi keyboard dan banyak teknologi bantu. Jangan menyusun urutan visual yang bertentangan dengan urutan baca. Atur HTML terlebih dahulu supaya logis, kemudian gunakan layout sebagai presentasi. Untuk pemula, auto-placement lebih mudah dipelihara daripada koordinat eksplisit pada semua item.</a:t>
            </a:r>
          </a:p>
          <a:p xmlns:a="http://schemas.openxmlformats.org/drawingml/2006/main">
            <a:r>
              <a:t>Pertanyaan: Mengapa order visual bukan perbaikan urutan HTML?</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Mengapa order visual bukan perbaikan urutan HTML?</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Skala jarak yang terbatas membuat tampilan lebih konsisten, misalnya 0.5rem, 1rem, dan 1.5rem. Class .card dipakai ulang pada semua card; .stack dapat mengatur jarak vertikal kelompok konten. Utility sederhana boleh dipakai jika perannya jelas. Hindari membuat class berbeda hanya karena komponen berada pada halaman berbeda padahal tampilannya sama.</a:t>
            </a:r>
          </a:p>
          <a:p xmlns:a="http://schemas.openxmlformats.org/drawingml/2006/main">
            <a:r>
              <a:t>Pertanyaan: Bagaimana class bersama mengurangi perubahan berulang?</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Bagaimana class bersama mengurangi perubahan berulang?</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menyediakan penanda flex atau grid serta overlay pada panel Elements. Overlay membantu melihat track, gap, dan ukuran item. Gunakan untuk menjelaskan mengapa card berpindah baris atau ruang tambahan muncul. Catat ukuran container dan item. Pengukuran yang sama dapat berubah ketika konten atau viewport berubah; jangan menyatakan satu screenshot sebagai perilaku untuk seluruh ukuran.</a:t>
            </a:r>
          </a:p>
          <a:p xmlns:a="http://schemas.openxmlformats.org/drawingml/2006/main">
            <a:r>
              <a:t>Pertanyaan: Apa informasi yang diperoleh dari overlay Grid?</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Apa informasi yang diperoleh dari overlay Grid?</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Navigasi satu arah umumnya cocok dengan Flexbox. Katalog berbaris dan berkolom sering cocok dengan Grid. Card dapat memakai Flexbox column untuk struktur internal. Uji jumlah item nol, satu, dan banyak; judul panjang; gambar hilang; serta layar kecil. overflow hidden dapat memotong informasi penting. Perbaiki kebutuhan ukurannya atau pemecahan kata sebelum menyembunyikan gejala.</a:t>
            </a:r>
          </a:p>
          <a:p xmlns:a="http://schemas.openxmlformats.org/drawingml/2006/main">
            <a:r>
              <a:t>Pertanyaan: Buat alasan memilih layout bagi navigasi dan katalog.</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Buat alasan memilih layout bagi navigasi dan katalog.</a:t>
            </a:r>
          </a:p>
          <a:p xmlns:a="http://schemas.openxmlformats.org/drawingml/2006/main">
            <a:r>
              <a:t/>
            </a:r>
          </a:p>
          <a:p xmlns:a="http://schemas.openxmlformats.org/drawingml/2006/main">
            <a:r>
              <a:t>Sumber: https://developer.mozilla.org/en-US/docs/Web/CSS/CSS_flexible_box_layout/Basic_concepts_of_flexbox</a:t>
            </a:r>
          </a:p>
          <a:p xmlns:a="http://schemas.openxmlformats.org/drawingml/2006/main">
            <a:r>
              <a:t>https://developer.mozilla.org/en-US/docs/Web/CSS/CSS_grid_layout/Basic_concepts_of_grid_layout</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67e28a6e96446a" /><Relationship Type="http://schemas.openxmlformats.org/officeDocument/2006/relationships/image" Target="/ppt/media/image.jpeg" Id="R1c13f2ea87e248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e730b3a55443da" /><Relationship Type="http://schemas.openxmlformats.org/officeDocument/2006/relationships/image" Target="/ppt/media/image2.jpeg" Id="Re75fc1adc8c64e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372ac4f8bc494b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2bfffbda32d149ee" /><Relationship Type="http://schemas.openxmlformats.org/officeDocument/2006/relationships/image" Target="/ppt/media/image3.jpeg" Id="R043026996a314e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de5ff73d938a43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77bd184c5da047c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08fe89adf7334799" /><Relationship Type="http://schemas.openxmlformats.org/officeDocument/2006/relationships/image" Target="/ppt/media/image4.jpeg" Id="Rd3bd8a4d8b2f48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fcb147c207f2422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73af6844593544f6" /><Relationship Type="http://schemas.openxmlformats.org/officeDocument/2006/relationships/image" Target="/ppt/media/image5.jpeg" Id="R16cbc07b6e7c488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ddef072d733d41c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5e95bffc84e54f48" /><Relationship Type="http://schemas.openxmlformats.org/officeDocument/2006/relationships/image" Target="/ppt/media/image6.jpeg" Id="Ra2e9b88f41e044a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2b07c2eec40a413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a47e498c98ca48cb" /><Relationship Type="http://schemas.openxmlformats.org/officeDocument/2006/relationships/image" Target="/ppt/media/image7.jpeg" Id="Rbfe13cb58baf422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109dc47c9d484a74"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8ecbd06bc3d9468d" /><Relationship Type="http://schemas.openxmlformats.org/officeDocument/2006/relationships/image" Target="/ppt/media/image8.jpeg" Id="R3d6bd65dd077462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76782e6f15fc4ab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5972eeb93b7d4b9f" /><Relationship Type="http://schemas.openxmlformats.org/officeDocument/2006/relationships/image" Target="/ppt/media/image3.jpeg" Id="R5ccf4a0a1f4b4957"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9d9a662152694487" /><Relationship Type="http://schemas.openxmlformats.org/officeDocument/2006/relationships/image" Target="/ppt/media/image9.jpeg" Id="Re0e958e079c846ec"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dc86f5c110e6499c" /><Relationship Type="http://schemas.openxmlformats.org/officeDocument/2006/relationships/image" Target="/ppt/media/image10.jpeg" Id="R7c5481a048bc4301"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464adef052a5432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3.xml" Id="Rcdc6261581b54ba5" /><Relationship Type="http://schemas.openxmlformats.org/officeDocument/2006/relationships/image" Target="/ppt/media/image2.jpeg" Id="R1c0ece7ac35140cc" /></Relationships>
</file>

<file path=ppt/slideLayouts/slideLayout1.xml><?xml version="1.0" encoding="utf-8"?>
<p:sldLayout xmlns:p="http://schemas.openxmlformats.org/presentationml/2006/main" preserve="1" userDrawn="1">
  <p:cSld name="Cover slide layout">
    <p:bg>
      <p:bgPr>
        <a:blipFill xmlns:a="http://schemas.openxmlformats.org/drawingml/2006/main" rotWithShape="1">
          <a:blip xmlns:r="http://schemas.openxmlformats.org/officeDocument/2006/relationships" r:embed="R1c13f2ea87e24833">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userDrawn="1">
  <p:cSld name="End slide layout">
    <p:bg>
      <p:bgPr>
        <a:blipFill xmlns:a="http://schemas.openxmlformats.org/drawingml/2006/main" rotWithShape="1">
          <a:blip xmlns:r="http://schemas.openxmlformats.org/officeDocument/2006/relationships" r:embed="Re75fc1adc8c64eb9">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userDrawn="1">
  <p:cSld name="Contents slide layout">
    <p:spTree>
      <p:nvGrpSpPr>
        <p:cNvPr id="1" name=""/>
        <p:cNvGrpSpPr/>
        <p:nvPr/>
      </p:nvGrpSpPr>
      <p:grpSpPr>
        <a:xfrm xmlns:a="http://schemas.openxmlformats.org/drawingml/2006/main"/>
      </p:grpSpPr>
      <p:sp>
        <p:nvSpPr>
          <p:cNvPr id="2" name="Text Placeholder 9">
            <a:extLst xmlns:a="http://schemas.openxmlformats.org/drawingml/2006/main">
              <a:ext uri="{FF2B5EF4-FFF2-40B4-BE49-F238E27FC236}">
                <a16:creationId xmlns:a16="http://schemas.microsoft.com/office/drawing/2014/main" id="{23DE32A5-6181-4C51-AD5C-3F1A448478A1}"/>
              </a:ext>
            </a:extLst>
          </p:cNvPr>
          <p:cNvSpPr>
            <a:spLocks xmlns:a="http://schemas.openxmlformats.org/drawingml/2006/main" noGrp="1"/>
          </p:cNvSpPr>
          <p:nvPr>
            <p:ph type="body" idx="10"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4.xml><?xml version="1.0" encoding="utf-8"?>
<p:sldLayout xmlns:p="http://schemas.openxmlformats.org/presentationml/2006/main" preserve="1" userDrawn="1">
  <p:cSld name="3_Agenda slide layout">
    <p:bg>
      <p:bgPr>
        <a:blipFill xmlns:a="http://schemas.openxmlformats.org/drawingml/2006/main" rotWithShape="1">
          <a:blip xmlns:r="http://schemas.openxmlformats.org/officeDocument/2006/relationships" r:embed="R043026996a314ea2">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reserve="1" userDrawn="1">
  <p:cSld name="4_Taam slide layout">
    <p:spTree>
      <p:nvGrpSpPr>
        <p:cNvPr id="1" name=""/>
        <p:cNvGrpSpPr/>
        <p:nvPr/>
      </p:nvGrpSpPr>
      <p:grpSpPr>
        <a:xfrm xmlns:a="http://schemas.openxmlformats.org/drawingml/2006/main"/>
      </p:grpSpPr>
      <p:sp>
        <p:nvSpPr>
          <p:cNvPr id="3" name="Text Placeholder 9">
            <a:extLst xmlns:a="http://schemas.openxmlformats.org/drawingml/2006/main">
              <a:ext uri="{FF2B5EF4-FFF2-40B4-BE49-F238E27FC236}">
                <a16:creationId xmlns:a16="http://schemas.microsoft.com/office/drawing/2014/main" id="{EF70765A-4598-4D75-8EBE-B820808F6559}"/>
              </a:ext>
            </a:extLst>
          </p:cNvPr>
          <p:cNvSpPr>
            <a:spLocks xmlns:a="http://schemas.openxmlformats.org/drawingml/2006/main" noGrp="1"/>
          </p:cNvSpPr>
          <p:nvPr>
            <p:ph type="body" idx="10"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Our Team LAYOUT</a:t>
            </a:r>
          </a:p>
        </p:txBody>
      </p:sp>
      <p:sp>
        <p:nvSpPr>
          <p:cNvPr id="5" name="Rounded Rectangle 4">
            <a:extLst xmlns:a="http://schemas.openxmlformats.org/drawingml/2006/main">
              <a:ext uri="{FF2B5EF4-FFF2-40B4-BE49-F238E27FC236}">
                <a16:creationId xmlns:a16="http://schemas.microsoft.com/office/drawing/2014/main" id="{D36CEC37-AE54-4204-926B-C76F46588CF5}"/>
              </a:ext>
            </a:extLst>
          </p:cNvPr>
          <p:cNvSpPr>
            <a:spLocks xmlns:a="http://schemas.openxmlformats.org/drawingml/2006/main" noGrp="1"/>
          </p:cNvSpPr>
          <p:nvPr/>
        </p:nvSpPr>
        <p:spPr>
          <a:xfrm xmlns:a="http://schemas.openxmlformats.org/drawingml/2006/main" rot="0" flipH="0" flipV="0">
            <a:off x="1200508"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6" name="Rectangle 5">
            <a:extLst xmlns:a="http://schemas.openxmlformats.org/drawingml/2006/main">
              <a:ext uri="{FF2B5EF4-FFF2-40B4-BE49-F238E27FC236}">
                <a16:creationId xmlns:a16="http://schemas.microsoft.com/office/drawing/2014/main" id="{CE60B77A-53FD-4AF2-A307-E9092175FAE6}"/>
              </a:ext>
            </a:extLst>
          </p:cNvPr>
          <p:cNvSpPr>
            <a:spLocks xmlns:a="http://schemas.openxmlformats.org/drawingml/2006/main" noGrp="1"/>
          </p:cNvSpPr>
          <p:nvPr/>
        </p:nvSpPr>
        <p:spPr>
          <a:xfrm xmlns:a="http://schemas.openxmlformats.org/drawingml/2006/main" rot="0" flipH="0" flipV="0">
            <a:off x="1868994"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8" name="Oval 7">
            <a:extLst xmlns:a="http://schemas.openxmlformats.org/drawingml/2006/main">
              <a:ext uri="{FF2B5EF4-FFF2-40B4-BE49-F238E27FC236}">
                <a16:creationId xmlns:a16="http://schemas.microsoft.com/office/drawing/2014/main" id="{60F1F554-1B98-471E-A329-2CCFAEA07233}"/>
              </a:ext>
            </a:extLst>
          </p:cNvPr>
          <p:cNvSpPr>
            <a:spLocks xmlns:a="http://schemas.openxmlformats.org/drawingml/2006/main" noGrp="1"/>
          </p:cNvSpPr>
          <p:nvPr/>
        </p:nvSpPr>
        <p:spPr>
          <a:xfrm xmlns:a="http://schemas.openxmlformats.org/drawingml/2006/main" rot="0" flipH="0" flipV="0">
            <a:off x="1888876"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9" name="Rounded Rectangle 8">
            <a:extLst xmlns:a="http://schemas.openxmlformats.org/drawingml/2006/main">
              <a:ext uri="{FF2B5EF4-FFF2-40B4-BE49-F238E27FC236}">
                <a16:creationId xmlns:a16="http://schemas.microsoft.com/office/drawing/2014/main" id="{6520737B-1186-4E1C-A360-4B9B8D32D5FB}"/>
              </a:ext>
            </a:extLst>
          </p:cNvPr>
          <p:cNvSpPr>
            <a:spLocks xmlns:a="http://schemas.openxmlformats.org/drawingml/2006/main" noGrp="1"/>
          </p:cNvSpPr>
          <p:nvPr/>
        </p:nvSpPr>
        <p:spPr>
          <a:xfrm xmlns:a="http://schemas.openxmlformats.org/drawingml/2006/main" rot="0" flipH="0" flipV="0">
            <a:off x="1930027"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1" name="Rounded Rectangle 4">
            <a:extLst xmlns:a="http://schemas.openxmlformats.org/drawingml/2006/main">
              <a:ext uri="{FF2B5EF4-FFF2-40B4-BE49-F238E27FC236}">
                <a16:creationId xmlns:a16="http://schemas.microsoft.com/office/drawing/2014/main" id="{6A107028-0C6A-44AE-9857-3E19BFBC6250}"/>
              </a:ext>
            </a:extLst>
          </p:cNvPr>
          <p:cNvSpPr>
            <a:spLocks xmlns:a="http://schemas.openxmlformats.org/drawingml/2006/main" noGrp="1"/>
          </p:cNvSpPr>
          <p:nvPr/>
        </p:nvSpPr>
        <p:spPr>
          <a:xfrm xmlns:a="http://schemas.openxmlformats.org/drawingml/2006/main" rot="0" flipH="0" flipV="0">
            <a:off x="3962075"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2" name="Rectangle 5">
            <a:extLst xmlns:a="http://schemas.openxmlformats.org/drawingml/2006/main">
              <a:ext uri="{FF2B5EF4-FFF2-40B4-BE49-F238E27FC236}">
                <a16:creationId xmlns:a16="http://schemas.microsoft.com/office/drawing/2014/main" id="{8B5810DE-111C-4544-99EB-EF865DE49C8A}"/>
              </a:ext>
            </a:extLst>
          </p:cNvPr>
          <p:cNvSpPr>
            <a:spLocks xmlns:a="http://schemas.openxmlformats.org/drawingml/2006/main" noGrp="1"/>
          </p:cNvSpPr>
          <p:nvPr/>
        </p:nvSpPr>
        <p:spPr>
          <a:xfrm xmlns:a="http://schemas.openxmlformats.org/drawingml/2006/main" rot="0" flipH="0" flipV="0">
            <a:off x="4630561"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4" name="Oval 7">
            <a:extLst xmlns:a="http://schemas.openxmlformats.org/drawingml/2006/main">
              <a:ext uri="{FF2B5EF4-FFF2-40B4-BE49-F238E27FC236}">
                <a16:creationId xmlns:a16="http://schemas.microsoft.com/office/drawing/2014/main" id="{675AE696-9854-4F9F-8328-3D901AB87BC7}"/>
              </a:ext>
            </a:extLst>
          </p:cNvPr>
          <p:cNvSpPr>
            <a:spLocks xmlns:a="http://schemas.openxmlformats.org/drawingml/2006/main" noGrp="1"/>
          </p:cNvSpPr>
          <p:nvPr/>
        </p:nvSpPr>
        <p:spPr>
          <a:xfrm xmlns:a="http://schemas.openxmlformats.org/drawingml/2006/main" rot="0" flipH="0" flipV="0">
            <a:off x="4650443"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5" name="Rounded Rectangle 8">
            <a:extLst xmlns:a="http://schemas.openxmlformats.org/drawingml/2006/main">
              <a:ext uri="{FF2B5EF4-FFF2-40B4-BE49-F238E27FC236}">
                <a16:creationId xmlns:a16="http://schemas.microsoft.com/office/drawing/2014/main" id="{1EE822FB-BAB6-4765-BAB8-F8CFD8DBD1CA}"/>
              </a:ext>
            </a:extLst>
          </p:cNvPr>
          <p:cNvSpPr>
            <a:spLocks xmlns:a="http://schemas.openxmlformats.org/drawingml/2006/main" noGrp="1"/>
          </p:cNvSpPr>
          <p:nvPr/>
        </p:nvSpPr>
        <p:spPr>
          <a:xfrm xmlns:a="http://schemas.openxmlformats.org/drawingml/2006/main" rot="0" flipH="0" flipV="0">
            <a:off x="4691594"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7" name="Rounded Rectangle 4">
            <a:extLst xmlns:a="http://schemas.openxmlformats.org/drawingml/2006/main">
              <a:ext uri="{FF2B5EF4-FFF2-40B4-BE49-F238E27FC236}">
                <a16:creationId xmlns:a16="http://schemas.microsoft.com/office/drawing/2014/main" id="{C5C12189-4C71-4BA8-8527-F51EDF15CAED}"/>
              </a:ext>
            </a:extLst>
          </p:cNvPr>
          <p:cNvSpPr>
            <a:spLocks xmlns:a="http://schemas.openxmlformats.org/drawingml/2006/main" noGrp="1"/>
          </p:cNvSpPr>
          <p:nvPr/>
        </p:nvSpPr>
        <p:spPr>
          <a:xfrm xmlns:a="http://schemas.openxmlformats.org/drawingml/2006/main" rot="0" flipH="0" flipV="0">
            <a:off x="6723642"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8" name="Rectangle 5">
            <a:extLst xmlns:a="http://schemas.openxmlformats.org/drawingml/2006/main">
              <a:ext uri="{FF2B5EF4-FFF2-40B4-BE49-F238E27FC236}">
                <a16:creationId xmlns:a16="http://schemas.microsoft.com/office/drawing/2014/main" id="{B007A9B8-7BCE-4BAD-861E-F43AF30C90AB}"/>
              </a:ext>
            </a:extLst>
          </p:cNvPr>
          <p:cNvSpPr>
            <a:spLocks xmlns:a="http://schemas.openxmlformats.org/drawingml/2006/main" noGrp="1"/>
          </p:cNvSpPr>
          <p:nvPr/>
        </p:nvSpPr>
        <p:spPr>
          <a:xfrm xmlns:a="http://schemas.openxmlformats.org/drawingml/2006/main" rot="0" flipH="0" flipV="0">
            <a:off x="7392128"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0" name="Oval 7">
            <a:extLst xmlns:a="http://schemas.openxmlformats.org/drawingml/2006/main">
              <a:ext uri="{FF2B5EF4-FFF2-40B4-BE49-F238E27FC236}">
                <a16:creationId xmlns:a16="http://schemas.microsoft.com/office/drawing/2014/main" id="{1ABA39FE-6EF1-4D4F-88E8-D71FF652C862}"/>
              </a:ext>
            </a:extLst>
          </p:cNvPr>
          <p:cNvSpPr>
            <a:spLocks xmlns:a="http://schemas.openxmlformats.org/drawingml/2006/main" noGrp="1"/>
          </p:cNvSpPr>
          <p:nvPr/>
        </p:nvSpPr>
        <p:spPr>
          <a:xfrm xmlns:a="http://schemas.openxmlformats.org/drawingml/2006/main" rot="0" flipH="0" flipV="0">
            <a:off x="7412010"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1" name="Rounded Rectangle 8">
            <a:extLst xmlns:a="http://schemas.openxmlformats.org/drawingml/2006/main">
              <a:ext uri="{FF2B5EF4-FFF2-40B4-BE49-F238E27FC236}">
                <a16:creationId xmlns:a16="http://schemas.microsoft.com/office/drawing/2014/main" id="{66C97352-4633-4B25-8910-54F3DE0B49BF}"/>
              </a:ext>
            </a:extLst>
          </p:cNvPr>
          <p:cNvSpPr>
            <a:spLocks xmlns:a="http://schemas.openxmlformats.org/drawingml/2006/main" noGrp="1"/>
          </p:cNvSpPr>
          <p:nvPr/>
        </p:nvSpPr>
        <p:spPr>
          <a:xfrm xmlns:a="http://schemas.openxmlformats.org/drawingml/2006/main" rot="0" flipH="0" flipV="0">
            <a:off x="7453161"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3" name="Rounded Rectangle 4">
            <a:extLst xmlns:a="http://schemas.openxmlformats.org/drawingml/2006/main">
              <a:ext uri="{FF2B5EF4-FFF2-40B4-BE49-F238E27FC236}">
                <a16:creationId xmlns:a16="http://schemas.microsoft.com/office/drawing/2014/main" id="{15189DD4-56C8-4F92-A3F9-AA93E4F0FBC1}"/>
              </a:ext>
            </a:extLst>
          </p:cNvPr>
          <p:cNvSpPr>
            <a:spLocks xmlns:a="http://schemas.openxmlformats.org/drawingml/2006/main" noGrp="1"/>
          </p:cNvSpPr>
          <p:nvPr/>
        </p:nvSpPr>
        <p:spPr>
          <a:xfrm xmlns:a="http://schemas.openxmlformats.org/drawingml/2006/main" rot="0" flipH="0" flipV="0">
            <a:off x="9485208"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4" name="Rectangle 5">
            <a:extLst xmlns:a="http://schemas.openxmlformats.org/drawingml/2006/main">
              <a:ext uri="{FF2B5EF4-FFF2-40B4-BE49-F238E27FC236}">
                <a16:creationId xmlns:a16="http://schemas.microsoft.com/office/drawing/2014/main" id="{DDFA377A-F4DE-4B15-81AA-EEE8672B6FFD}"/>
              </a:ext>
            </a:extLst>
          </p:cNvPr>
          <p:cNvSpPr>
            <a:spLocks xmlns:a="http://schemas.openxmlformats.org/drawingml/2006/main" noGrp="1"/>
          </p:cNvSpPr>
          <p:nvPr/>
        </p:nvSpPr>
        <p:spPr>
          <a:xfrm xmlns:a="http://schemas.openxmlformats.org/drawingml/2006/main" rot="0" flipH="0" flipV="0">
            <a:off x="10153694"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6" name="Oval 7">
            <a:extLst xmlns:a="http://schemas.openxmlformats.org/drawingml/2006/main">
              <a:ext uri="{FF2B5EF4-FFF2-40B4-BE49-F238E27FC236}">
                <a16:creationId xmlns:a16="http://schemas.microsoft.com/office/drawing/2014/main" id="{9C3DE81D-34C4-48C5-A7F5-234384138E35}"/>
              </a:ext>
            </a:extLst>
          </p:cNvPr>
          <p:cNvSpPr>
            <a:spLocks xmlns:a="http://schemas.openxmlformats.org/drawingml/2006/main" noGrp="1"/>
          </p:cNvSpPr>
          <p:nvPr/>
        </p:nvSpPr>
        <p:spPr>
          <a:xfrm xmlns:a="http://schemas.openxmlformats.org/drawingml/2006/main" rot="0" flipH="0" flipV="0">
            <a:off x="10173576"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7" name="Rounded Rectangle 8">
            <a:extLst xmlns:a="http://schemas.openxmlformats.org/drawingml/2006/main">
              <a:ext uri="{FF2B5EF4-FFF2-40B4-BE49-F238E27FC236}">
                <a16:creationId xmlns:a16="http://schemas.microsoft.com/office/drawing/2014/main" id="{753A738C-E9C5-4E32-A7A1-0F88BCDA2416}"/>
              </a:ext>
            </a:extLst>
          </p:cNvPr>
          <p:cNvSpPr>
            <a:spLocks xmlns:a="http://schemas.openxmlformats.org/drawingml/2006/main" noGrp="1"/>
          </p:cNvSpPr>
          <p:nvPr/>
        </p:nvSpPr>
        <p:spPr>
          <a:xfrm xmlns:a="http://schemas.openxmlformats.org/drawingml/2006/main" rot="0" flipH="0" flipV="0">
            <a:off x="10214727"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8" name="그림 개체 틀 2">
            <a:extLst xmlns:a="http://schemas.openxmlformats.org/drawingml/2006/main">
              <a:ext uri="{FF2B5EF4-FFF2-40B4-BE49-F238E27FC236}">
                <a16:creationId xmlns:a16="http://schemas.microsoft.com/office/drawing/2014/main" id="{CB46EA28-DC0E-4334-ACB7-F2FA90F1903A}"/>
              </a:ext>
            </a:extLst>
          </p:cNvPr>
          <p:cNvSpPr>
            <a:spLocks xmlns:a="http://schemas.openxmlformats.org/drawingml/2006/main" noGrp="1"/>
          </p:cNvSpPr>
          <p:nvPr>
            <p:ph type="pic" idx="14" hasCustomPrompt="1"/>
          </p:nvPr>
        </p:nvSpPr>
        <p:spPr>
          <a:xfrm xmlns:a="http://schemas.openxmlformats.org/drawingml/2006/main">
            <a:off x="1290508"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
        <p:nvSpPr>
          <p:cNvPr id="30" name="그림 개체 틀 2">
            <a:extLst xmlns:a="http://schemas.openxmlformats.org/drawingml/2006/main">
              <a:ext uri="{FF2B5EF4-FFF2-40B4-BE49-F238E27FC236}">
                <a16:creationId xmlns:a16="http://schemas.microsoft.com/office/drawing/2014/main" id="{7EA98078-7EAF-4581-923B-BCD15A2A257E}"/>
              </a:ext>
            </a:extLst>
          </p:cNvPr>
          <p:cNvSpPr>
            <a:spLocks xmlns:a="http://schemas.openxmlformats.org/drawingml/2006/main" noGrp="1"/>
          </p:cNvSpPr>
          <p:nvPr>
            <p:ph type="pic" idx="59" hasCustomPrompt="1"/>
          </p:nvPr>
        </p:nvSpPr>
        <p:spPr>
          <a:xfrm xmlns:a="http://schemas.openxmlformats.org/drawingml/2006/main">
            <a:off x="4052075"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
        <p:nvSpPr>
          <p:cNvPr id="32" name="그림 개체 틀 2">
            <a:extLst xmlns:a="http://schemas.openxmlformats.org/drawingml/2006/main">
              <a:ext uri="{FF2B5EF4-FFF2-40B4-BE49-F238E27FC236}">
                <a16:creationId xmlns:a16="http://schemas.microsoft.com/office/drawing/2014/main" id="{443199E8-68A9-4546-8543-4915CC0C5410}"/>
              </a:ext>
            </a:extLst>
          </p:cNvPr>
          <p:cNvSpPr>
            <a:spLocks xmlns:a="http://schemas.openxmlformats.org/drawingml/2006/main" noGrp="1"/>
          </p:cNvSpPr>
          <p:nvPr>
            <p:ph type="pic" idx="63" hasCustomPrompt="1"/>
          </p:nvPr>
        </p:nvSpPr>
        <p:spPr>
          <a:xfrm xmlns:a="http://schemas.openxmlformats.org/drawingml/2006/main">
            <a:off x="6813642"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
        <p:nvSpPr>
          <p:cNvPr id="34" name="그림 개체 틀 2">
            <a:extLst xmlns:a="http://schemas.openxmlformats.org/drawingml/2006/main">
              <a:ext uri="{FF2B5EF4-FFF2-40B4-BE49-F238E27FC236}">
                <a16:creationId xmlns:a16="http://schemas.microsoft.com/office/drawing/2014/main" id="{7D111F3C-4DF5-4941-AC67-67B80936F5E9}"/>
              </a:ext>
            </a:extLst>
          </p:cNvPr>
          <p:cNvSpPr>
            <a:spLocks xmlns:a="http://schemas.openxmlformats.org/drawingml/2006/main" noGrp="1"/>
          </p:cNvSpPr>
          <p:nvPr>
            <p:ph type="pic" idx="67" hasCustomPrompt="1"/>
          </p:nvPr>
        </p:nvSpPr>
        <p:spPr>
          <a:xfrm xmlns:a="http://schemas.openxmlformats.org/drawingml/2006/main">
            <a:off x="9575208"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Tree>
  </p:cSld>
</p:sldLayout>
</file>

<file path=ppt/slideLayouts/slideLayout6.xml><?xml version="1.0" encoding="utf-8"?>
<p:sldLayout xmlns:p="http://schemas.openxmlformats.org/presentationml/2006/main" preserve="1" userDrawn="1">
  <p:cSld name="5_Contents slide layout">
    <p:spTree>
      <p:nvGrpSpPr>
        <p:cNvPr id="1" name=""/>
        <p:cNvGrpSpPr/>
        <p:nvPr/>
      </p:nvGrpSpPr>
      <p:grpSpPr>
        <a:xfrm xmlns:a="http://schemas.openxmlformats.org/drawingml/2006/main"/>
      </p:grpSpPr>
      <p:sp>
        <p:nvSpPr>
          <p:cNvPr id="2" name="그림 개체 틀 2">
            <a:extLst xmlns:a="http://schemas.openxmlformats.org/drawingml/2006/main">
              <a:ext uri="{FF2B5EF4-FFF2-40B4-BE49-F238E27FC236}">
                <a16:creationId xmlns:a16="http://schemas.microsoft.com/office/drawing/2014/main" id="{79E89AF0-20DB-46F0-9A15-2E35A3D0BF50}"/>
              </a:ext>
            </a:extLst>
          </p:cNvPr>
          <p:cNvSpPr>
            <a:spLocks xmlns:a="http://schemas.openxmlformats.org/drawingml/2006/main" noGrp="1"/>
          </p:cNvSpPr>
          <p:nvPr>
            <p:ph type="pic" idx="15" hasCustomPrompt="1"/>
          </p:nvPr>
        </p:nvSpPr>
        <p:spPr>
          <a:xfrm xmlns:a="http://schemas.openxmlformats.org/drawingml/2006/main">
            <a:off x="1223554" y="791473"/>
            <a:ext cx="4284617" cy="5574492"/>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200">
                <a:solidFill>
                  <a:schemeClr val="tx1">
                    <a:lumMod val="75000"/>
                    <a:lumOff val="25000"/>
                  </a:schemeClr>
                </a:solidFill>
              </a:defRPr>
            </a:lvl1pPr>
          </a:lstStyle>
          <a:p xmlns:a="http://schemas.openxmlformats.org/drawingml/2006/main">
            <a:r>
              <a:t>Place Your Picture Here And Send To Back</a:t>
            </a:r>
            <a:endParaRPr/>
          </a:p>
        </p:txBody>
      </p:sp>
      <p:sp>
        <p:nvSpPr>
          <p:cNvPr id="3" name="그림 개체 틀 2">
            <a:extLst xmlns:a="http://schemas.openxmlformats.org/drawingml/2006/main">
              <a:ext uri="{FF2B5EF4-FFF2-40B4-BE49-F238E27FC236}">
                <a16:creationId xmlns:a16="http://schemas.microsoft.com/office/drawing/2014/main" id="{16A177AD-A22D-4DBB-BF10-A6EEBF4613E6}"/>
              </a:ext>
            </a:extLst>
          </p:cNvPr>
          <p:cNvSpPr>
            <a:spLocks xmlns:a="http://schemas.openxmlformats.org/drawingml/2006/main" noGrp="1"/>
          </p:cNvSpPr>
          <p:nvPr>
            <p:ph type="pic" idx="16" hasCustomPrompt="1"/>
          </p:nvPr>
        </p:nvSpPr>
        <p:spPr>
          <a:xfrm xmlns:a="http://schemas.openxmlformats.org/drawingml/2006/main">
            <a:off x="5947954" y="791473"/>
            <a:ext cx="2577737" cy="2583302"/>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200">
                <a:solidFill>
                  <a:schemeClr val="tx1">
                    <a:lumMod val="75000"/>
                    <a:lumOff val="25000"/>
                  </a:schemeClr>
                </a:solidFill>
              </a:defRPr>
            </a:lvl1pPr>
          </a:lstStyle>
          <a:p xmlns:a="http://schemas.openxmlformats.org/drawingml/2006/main">
            <a:r>
              <a:t>Place Your Picture Here</a:t>
            </a:r>
            <a:endParaRPr/>
          </a:p>
        </p:txBody>
      </p:sp>
      <p:sp>
        <p:nvSpPr>
          <p:cNvPr id="4" name="그림 개체 틀 2">
            <a:extLst xmlns:a="http://schemas.openxmlformats.org/drawingml/2006/main">
              <a:ext uri="{FF2B5EF4-FFF2-40B4-BE49-F238E27FC236}">
                <a16:creationId xmlns:a16="http://schemas.microsoft.com/office/drawing/2014/main" id="{9C037173-B5D0-413D-AC9E-FFD6E9E766FD}"/>
              </a:ext>
            </a:extLst>
          </p:cNvPr>
          <p:cNvSpPr>
            <a:spLocks xmlns:a="http://schemas.openxmlformats.org/drawingml/2006/main" noGrp="1"/>
          </p:cNvSpPr>
          <p:nvPr>
            <p:ph type="pic" idx="17" hasCustomPrompt="1"/>
          </p:nvPr>
        </p:nvSpPr>
        <p:spPr>
          <a:xfrm xmlns:a="http://schemas.openxmlformats.org/drawingml/2006/main">
            <a:off x="8965475" y="791473"/>
            <a:ext cx="2577737" cy="2583302"/>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200">
                <a:solidFill>
                  <a:schemeClr val="tx1">
                    <a:lumMod val="75000"/>
                    <a:lumOff val="25000"/>
                  </a:schemeClr>
                </a:solidFill>
              </a:defRPr>
            </a:lvl1pPr>
          </a:lstStyle>
          <a:p xmlns:a="http://schemas.openxmlformats.org/drawingml/2006/main">
            <a:r>
              <a:t>Place Your Picture Here</a:t>
            </a:r>
            <a:endParaRPr/>
          </a:p>
        </p:txBody>
      </p:sp>
    </p:spTree>
  </p:cSld>
</p:sldLayout>
</file>

<file path=ppt/slideLayouts/slideLayout7.xml><?xml version="1.0" encoding="utf-8"?>
<p:sldLayout xmlns:p="http://schemas.openxmlformats.org/presentationml/2006/main" preserve="1" userDrawn="1">
  <p:cSld name="6_Contents slide layout">
    <p:bg>
      <p:bgPr>
        <a:blipFill xmlns:a="http://schemas.openxmlformats.org/drawingml/2006/main" rotWithShape="1">
          <a:blip xmlns:r="http://schemas.openxmlformats.org/officeDocument/2006/relationships" r:embed="Rd3bd8a4d8b2f4871">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preserve="1" userDrawn="1">
  <p:cSld name="7_Contents slide layout">
    <p:bg>
      <p:bgPr>
        <a:solidFill xmlns:a="http://schemas.openxmlformats.org/drawingml/2006/main">
          <a:schemeClr val="accent5">
            <a:lumMod val="50000"/>
          </a:schemeClr>
        </a:solidFill>
      </p:bgPr>
    </p:bg>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67F9B499-92A2-4E7D-8966-0C284809B65B}"/>
              </a:ext>
            </a:extLst>
          </p:cNvPr>
          <p:cNvSpPr>
            <a:spLocks xmlns:a="http://schemas.openxmlformats.org/drawingml/2006/main" noGrp="1"/>
          </p:cNvSpPr>
          <p:nvPr/>
        </p:nvSpPr>
        <p:spPr>
          <a:xfrm xmlns:a="http://schemas.openxmlformats.org/drawingml/2006/main">
            <a:off x="0" y="1082710"/>
            <a:ext cx="12192000" cy="4692580"/>
          </a:xfrm>
          <a:prstGeom xmlns:a="http://schemas.openxmlformats.org/drawingml/2006/main" prst="rect">
            <a:avLst/>
          </a:prstGeom>
          <a:solidFill xmlns:a="http://schemas.openxmlformats.org/drawingml/2006/main">
            <a:schemeClr val="bg1">
              <a:alpha val="7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그림 개체 틀 2">
            <a:extLst xmlns:a="http://schemas.openxmlformats.org/drawingml/2006/main">
              <a:ext uri="{FF2B5EF4-FFF2-40B4-BE49-F238E27FC236}">
                <a16:creationId xmlns:a16="http://schemas.microsoft.com/office/drawing/2014/main" id="{83052E92-DCFE-4CC2-BDE0-E540E1CB28CA}"/>
              </a:ext>
            </a:extLst>
          </p:cNvPr>
          <p:cNvSpPr>
            <a:spLocks xmlns:a="http://schemas.openxmlformats.org/drawingml/2006/main" noGrp="1"/>
          </p:cNvSpPr>
          <p:nvPr>
            <p:ph type="pic" idx="14" hasCustomPrompt="1"/>
          </p:nvPr>
        </p:nvSpPr>
        <p:spPr>
          <a:xfrm xmlns:a="http://schemas.openxmlformats.org/drawingml/2006/main">
            <a:off x="0" y="1208315"/>
            <a:ext cx="12192000" cy="4441371"/>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800">
                <a:solidFill>
                  <a:schemeClr val="tx1">
                    <a:lumMod val="75000"/>
                    <a:lumOff val="25000"/>
                  </a:schemeClr>
                </a:solidFill>
              </a:defRPr>
            </a:lvl1pPr>
          </a:lstStyle>
          <a:p xmlns:a="http://schemas.openxmlformats.org/drawingml/2006/main">
            <a:r>
              <a:t>Place Your Picture Here And Send To Back</a:t>
            </a:r>
            <a:endParaRPr/>
          </a:p>
        </p:txBody>
      </p:sp>
    </p:spTree>
  </p:cSld>
</p:sldLayout>
</file>

<file path=ppt/slideLayouts/slideLayout9.xml><?xml version="1.0" encoding="utf-8"?>
<p:sldLayout xmlns:p="http://schemas.openxmlformats.org/presentationml/2006/main" preserve="1" userDrawn="1">
  <p:cSld name="8_Contents slide layout">
    <p:bg>
      <p:bgPr>
        <a:blipFill xmlns:a="http://schemas.openxmlformats.org/drawingml/2006/main" rotWithShape="1">
          <a:blip xmlns:r="http://schemas.openxmlformats.org/officeDocument/2006/relationships" r:embed="R16cbc07b6e7c488e">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9_Contents slide layout">
    <p:spTree>
      <p:nvGrpSpPr>
        <p:cNvPr id="1" name=""/>
        <p:cNvGrpSpPr/>
        <p:nvPr/>
      </p:nvGrpSpPr>
      <p:grpSpPr>
        <a:xfrm xmlns:a="http://schemas.openxmlformats.org/drawingml/2006/main"/>
      </p:grpSpPr>
      <p:sp>
        <p:nvSpPr>
          <p:cNvPr id="2" name="Picture Placeholder 12">
            <a:extLst xmlns:a="http://schemas.openxmlformats.org/drawingml/2006/main">
              <a:ext uri="{FF2B5EF4-FFF2-40B4-BE49-F238E27FC236}">
                <a16:creationId xmlns:a16="http://schemas.microsoft.com/office/drawing/2014/main" id="{FF7BDD8C-DBA7-4764-A656-F91942711431}"/>
              </a:ext>
            </a:extLst>
          </p:cNvPr>
          <p:cNvSpPr>
            <a:spLocks xmlns:a="http://schemas.openxmlformats.org/drawingml/2006/main" noGrp="1"/>
          </p:cNvSpPr>
          <p:nvPr>
            <p:ph type="pic" idx="10" hasCustomPrompt="1"/>
          </p:nvPr>
        </p:nvSpPr>
        <p:spPr>
          <a:xfrm xmlns:a="http://schemas.openxmlformats.org/drawingml/2006/main">
            <a:off x="2785633" y="1708875"/>
            <a:ext cx="6624970" cy="2826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tIns="720000" anchor="ctr"/>
          <a:lstStyle xmlns:a="http://schemas.openxmlformats.org/drawingml/2006/main">
            <a:lvl1pPr marL="0" marR="0" indent="0" algn="ctr" defTabSz="914400">
              <a:lnSpc>
                <a:spcPct val="100000"/>
              </a:lnSpc>
              <a:spcBef>
                <a:spcPct val="20000"/>
              </a:spcBef>
              <a:spcAft>
                <a:spcPts val="0"/>
              </a:spcAft>
              <a:buClrTx/>
              <a:buSzTx/>
              <a:buFont typeface="Arial"/>
              <a:buNone/>
              <a:defRPr sz="1200">
                <a:latin typeface="+mn-lt"/>
                <a:ea typeface="+mn-lt"/>
                <a:cs typeface="+mn-lt"/>
              </a:defRPr>
            </a:lvl1pPr>
          </a:lstStyle>
          <a:p xmlns:a="http://schemas.openxmlformats.org/drawingml/2006/main">
            <a:r>
              <a:t>Insert Your Image And Send To Back</a:t>
            </a:r>
            <a:endParaRPr/>
          </a:p>
        </p:txBody>
      </p:sp>
      <p:sp>
        <p:nvSpPr>
          <p:cNvPr id="3" name="Text Placeholder 9">
            <a:extLst xmlns:a="http://schemas.openxmlformats.org/drawingml/2006/main">
              <a:ext uri="{FF2B5EF4-FFF2-40B4-BE49-F238E27FC236}">
                <a16:creationId xmlns:a16="http://schemas.microsoft.com/office/drawing/2014/main" id="{E88D4141-DDEB-40F4-B784-0C7E8499AC06}"/>
              </a:ext>
            </a:extLst>
          </p:cNvPr>
          <p:cNvSpPr>
            <a:spLocks xmlns:a="http://schemas.openxmlformats.org/drawingml/2006/main" noGrp="1"/>
          </p:cNvSpPr>
          <p:nvPr>
            <p:ph type="body" idx="11"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11.xml><?xml version="1.0" encoding="utf-8"?>
<p:sldLayout xmlns:p="http://schemas.openxmlformats.org/presentationml/2006/main" preserve="1" userDrawn="1">
  <p:cSld name="10_Contents slide layout">
    <p:bg>
      <p:bgPr>
        <a:blipFill xmlns:a="http://schemas.openxmlformats.org/drawingml/2006/main" rotWithShape="1">
          <a:blip xmlns:r="http://schemas.openxmlformats.org/officeDocument/2006/relationships" r:embed="Ra2e9b88f41e044ad">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2.xml><?xml version="1.0" encoding="utf-8"?>
<p:sldLayout xmlns:p="http://schemas.openxmlformats.org/presentationml/2006/main" preserve="1" userDrawn="1">
  <p:cSld name="11_Contents slide layout">
    <p:spTree>
      <p:nvGrpSpPr>
        <p:cNvPr id="1" name=""/>
        <p:cNvGrpSpPr/>
        <p:nvPr/>
      </p:nvGrpSpPr>
      <p:grpSpPr>
        <a:xfrm xmlns:a="http://schemas.openxmlformats.org/drawingml/2006/main"/>
      </p:grpSpPr>
      <p:sp>
        <p:nvSpPr>
          <p:cNvPr id="2" name="Picture Placeholder 2">
            <a:extLst xmlns:a="http://schemas.openxmlformats.org/drawingml/2006/main">
              <a:ext uri="{FF2B5EF4-FFF2-40B4-BE49-F238E27FC236}">
                <a16:creationId xmlns:a16="http://schemas.microsoft.com/office/drawing/2014/main" id="{D8F181D7-1D78-4A9F-891E-7FF1339D8D06}"/>
              </a:ext>
            </a:extLst>
          </p:cNvPr>
          <p:cNvSpPr>
            <a:spLocks xmlns:a="http://schemas.openxmlformats.org/drawingml/2006/main" noGrp="1"/>
          </p:cNvSpPr>
          <p:nvPr>
            <p:ph type="pic" idx="10" hasCustomPrompt="1"/>
          </p:nvPr>
        </p:nvSpPr>
        <p:spPr>
          <a:xfrm xmlns:a="http://schemas.openxmlformats.org/drawingml/2006/main">
            <a:off x="5015620" y="1422245"/>
            <a:ext cx="7176380" cy="4680520"/>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txBody>
          <a:bodyPr xmlns:a="http://schemas.openxmlformats.org/drawingml/2006/main" anchor="ctr"/>
          <a:lstStyle xmlns:a="http://schemas.openxmlformats.org/drawingml/2006/main">
            <a:lvl1pPr marL="0" indent="0" algn="ctr">
              <a:buNone/>
              <a:defRPr sz="1200">
                <a:solidFill>
                  <a:schemeClr val="tx1">
                    <a:lumMod val="75000"/>
                    <a:lumOff val="25000"/>
                  </a:schemeClr>
                </a:solidFill>
                <a:latin typeface="+mn-lt"/>
                <a:ea typeface="+mn-lt"/>
                <a:cs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Your Picture Here </a:t>
            </a:r>
            <a:endParaRPr/>
          </a:p>
        </p:txBody>
      </p:sp>
      <p:sp>
        <p:nvSpPr>
          <p:cNvPr id="3" name="Text Placeholder 9">
            <a:extLst xmlns:a="http://schemas.openxmlformats.org/drawingml/2006/main">
              <a:ext uri="{FF2B5EF4-FFF2-40B4-BE49-F238E27FC236}">
                <a16:creationId xmlns:a16="http://schemas.microsoft.com/office/drawing/2014/main" id="{CB2D35DD-3012-4060-B307-222D845BBC78}"/>
              </a:ext>
            </a:extLst>
          </p:cNvPr>
          <p:cNvSpPr>
            <a:spLocks xmlns:a="http://schemas.openxmlformats.org/drawingml/2006/main" noGrp="1"/>
          </p:cNvSpPr>
          <p:nvPr>
            <p:ph type="body" idx="11"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13.xml><?xml version="1.0" encoding="utf-8"?>
<p:sldLayout xmlns:p="http://schemas.openxmlformats.org/presentationml/2006/main" preserve="1" userDrawn="1">
  <p:cSld name="12_Contents slide layout">
    <p:bg>
      <p:bgPr>
        <a:blipFill xmlns:a="http://schemas.openxmlformats.org/drawingml/2006/main" rotWithShape="1">
          <a:blip xmlns:r="http://schemas.openxmlformats.org/officeDocument/2006/relationships" r:embed="Rbfe13cb58baf422e">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4.xml><?xml version="1.0" encoding="utf-8"?>
<p:sldLayout xmlns:p="http://schemas.openxmlformats.org/presentationml/2006/main" preserve="1" userDrawn="1">
  <p:cSld name="13_Contents slide layout">
    <p:spTree>
      <p:nvGrpSpPr>
        <p:cNvPr id="1" name=""/>
        <p:cNvGrpSpPr/>
        <p:nvPr/>
      </p:nvGrpSpPr>
      <p:grpSpPr>
        <a:xfrm xmlns:a="http://schemas.openxmlformats.org/drawingml/2006/main"/>
      </p:grpSpPr>
      <p:sp>
        <p:nvSpPr>
          <p:cNvPr id="4" name="그림 개체 틀 2">
            <a:extLst xmlns:a="http://schemas.openxmlformats.org/drawingml/2006/main">
              <a:ext uri="{FF2B5EF4-FFF2-40B4-BE49-F238E27FC236}">
                <a16:creationId xmlns:a16="http://schemas.microsoft.com/office/drawing/2014/main" id="{96F6EC6F-CD4C-4990-A245-26A2E187E707}"/>
              </a:ext>
            </a:extLst>
          </p:cNvPr>
          <p:cNvSpPr>
            <a:spLocks xmlns:a="http://schemas.openxmlformats.org/drawingml/2006/main" noGrp="1"/>
          </p:cNvSpPr>
          <p:nvPr>
            <p:ph type="pic" idx="10" hasCustomPrompt="1"/>
          </p:nvPr>
        </p:nvSpPr>
        <p:spPr>
          <a:xfrm xmlns:a="http://schemas.openxmlformats.org/drawingml/2006/main">
            <a:off x="4835161" y="1953290"/>
            <a:ext cx="7356839" cy="2198621"/>
          </a:xfrm>
          <a:prstGeom xmlns:a="http://schemas.openxmlformats.org/drawingml/2006/main" prst="rect">
            <a:avLst/>
          </a:prstGeom>
          <a:solidFill xmlns:a="http://schemas.openxmlformats.org/drawingml/2006/main">
            <a:schemeClr val="bg1">
              <a:lumMod val="95000"/>
            </a:schemeClr>
          </a:solidFill>
          <a:ln xmlns:a="http://schemas.openxmlformats.org/drawingml/2006/main" w="25400">
            <a:noFill/>
          </a:ln>
        </p:spPr>
        <p:txBody>
          <a:bodyPr xmlns:a="http://schemas.openxmlformats.org/drawingml/2006/main" anchor="ctr"/>
          <a:lstStyle xmlns:a="http://schemas.openxmlformats.org/drawingml/2006/main">
            <a:lvl1pPr marL="0" indent="0" algn="ctr">
              <a:buFontTx/>
              <a:buNone/>
              <a:defRPr sz="1200">
                <a:solidFill>
                  <a:schemeClr val="tx1">
                    <a:lumMod val="85000"/>
                    <a:lumOff val="15000"/>
                  </a:schemeClr>
                </a:solidFill>
                <a:latin typeface="+mn-lt"/>
                <a:ea typeface="+mn-lt"/>
                <a:cs typeface="+mn-lt"/>
              </a:defRPr>
            </a:lvl1pPr>
          </a:lstStyle>
          <a:p xmlns:a="http://schemas.openxmlformats.org/drawingml/2006/main">
            <a:r>
              <a:t>Place Your Picture Here</a:t>
            </a:r>
            <a:endParaRPr/>
          </a:p>
        </p:txBody>
      </p:sp>
      <p:sp>
        <p:nvSpPr>
          <p:cNvPr id="5" name="Text Placeholder 9">
            <a:extLst xmlns:a="http://schemas.openxmlformats.org/drawingml/2006/main">
              <a:ext uri="{FF2B5EF4-FFF2-40B4-BE49-F238E27FC236}">
                <a16:creationId xmlns:a16="http://schemas.microsoft.com/office/drawing/2014/main" id="{3A2E5076-EB3B-4F2A-B1CA-DF4FCDC804C4}"/>
              </a:ext>
            </a:extLst>
          </p:cNvPr>
          <p:cNvSpPr>
            <a:spLocks xmlns:a="http://schemas.openxmlformats.org/drawingml/2006/main" noGrp="1"/>
          </p:cNvSpPr>
          <p:nvPr>
            <p:ph type="body" idx="11"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15.xml><?xml version="1.0" encoding="utf-8"?>
<p:sldLayout xmlns:p="http://schemas.openxmlformats.org/presentationml/2006/main" preserve="1" userDrawn="1">
  <p:cSld name="14_Contents slide layout">
    <p:bg>
      <p:bgPr>
        <a:blipFill xmlns:a="http://schemas.openxmlformats.org/drawingml/2006/main" rotWithShape="1">
          <a:blip xmlns:r="http://schemas.openxmlformats.org/officeDocument/2006/relationships" r:embed="R3d6bd65dd0774621">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6.xml><?xml version="1.0" encoding="utf-8"?>
<p:sldLayout xmlns:p="http://schemas.openxmlformats.org/presentationml/2006/main" preserve="1" userDrawn="1">
  <p:cSld name="15_Contents slide layout">
    <p:spTree>
      <p:nvGrpSpPr>
        <p:cNvPr id="1" name=""/>
        <p:cNvGrpSpPr/>
        <p:nvPr/>
      </p:nvGrpSpPr>
      <p:grpSpPr>
        <a:xfrm xmlns:a="http://schemas.openxmlformats.org/drawingml/2006/main"/>
      </p:grpSpPr>
      <p:sp>
        <p:nvSpPr>
          <p:cNvPr id="2" name="그림 개체 틀 8">
            <a:extLst xmlns:a="http://schemas.openxmlformats.org/drawingml/2006/main">
              <a:ext uri="{FF2B5EF4-FFF2-40B4-BE49-F238E27FC236}">
                <a16:creationId xmlns:a16="http://schemas.microsoft.com/office/drawing/2014/main" id="{2E3BCD6D-C303-4864-B3F7-57504C804BA4}"/>
              </a:ext>
            </a:extLst>
          </p:cNvPr>
          <p:cNvSpPr>
            <a:spLocks xmlns:a="http://schemas.openxmlformats.org/drawingml/2006/main" noGrp="1"/>
          </p:cNvSpPr>
          <p:nvPr>
            <p:ph type="pic" idx="10" hasCustomPrompt="1"/>
          </p:nvPr>
        </p:nvSpPr>
        <p:spPr>
          <a:xfrm xmlns:a="http://schemas.openxmlformats.org/drawingml/2006/main">
            <a:off x="1" y="0"/>
            <a:ext cx="4068000" cy="3429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anchor="ctr">
            <a:noAutofit/>
          </a:bodyPr>
          <a:lstStyle xmlns:a="http://schemas.openxmlformats.org/drawingml/2006/main">
            <a:lvl1pPr marL="0" marR="0" indent="0" algn="ctr" defTabSz="914400">
              <a:lnSpc>
                <a:spcPct val="90000"/>
              </a:lnSpc>
              <a:spcBef>
                <a:spcPts val="1000"/>
              </a:spcBef>
              <a:spcAft>
                <a:spcPts val="0"/>
              </a:spcAft>
              <a:buClrTx/>
              <a:buSzTx/>
              <a:buFontTx/>
              <a:buNone/>
              <a:defRPr sz="1200"/>
            </a:lvl1pPr>
          </a:lstStyle>
          <a:p xmlns:a="http://schemas.openxmlformats.org/drawingml/2006/main">
            <a:r>
              <a:t>Insert Your Image And Send To Back</a:t>
            </a:r>
            <a:endParaRPr/>
          </a:p>
        </p:txBody>
      </p:sp>
      <p:sp>
        <p:nvSpPr>
          <p:cNvPr id="3" name="그림 개체 틀 8">
            <a:extLst xmlns:a="http://schemas.openxmlformats.org/drawingml/2006/main">
              <a:ext uri="{FF2B5EF4-FFF2-40B4-BE49-F238E27FC236}">
                <a16:creationId xmlns:a16="http://schemas.microsoft.com/office/drawing/2014/main" id="{3467D47C-FBB8-4493-8D52-7F3F238780FB}"/>
              </a:ext>
            </a:extLst>
          </p:cNvPr>
          <p:cNvSpPr>
            <a:spLocks xmlns:a="http://schemas.openxmlformats.org/drawingml/2006/main" noGrp="1"/>
          </p:cNvSpPr>
          <p:nvPr>
            <p:ph type="pic" idx="11" hasCustomPrompt="1"/>
          </p:nvPr>
        </p:nvSpPr>
        <p:spPr>
          <a:xfrm xmlns:a="http://schemas.openxmlformats.org/drawingml/2006/main">
            <a:off x="4068001" y="3429000"/>
            <a:ext cx="4068000" cy="3429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anchor="ctr">
            <a:noAutofit/>
          </a:bodyPr>
          <a:lstStyle xmlns:a="http://schemas.openxmlformats.org/drawingml/2006/main">
            <a:lvl1pPr marL="0" marR="0" indent="0" algn="ctr" defTabSz="914400">
              <a:lnSpc>
                <a:spcPct val="90000"/>
              </a:lnSpc>
              <a:spcBef>
                <a:spcPts val="1000"/>
              </a:spcBef>
              <a:spcAft>
                <a:spcPts val="0"/>
              </a:spcAft>
              <a:buClrTx/>
              <a:buSzTx/>
              <a:buFontTx/>
              <a:buNone/>
              <a:defRPr sz="1200"/>
            </a:lvl1pPr>
          </a:lstStyle>
          <a:p xmlns:a="http://schemas.openxmlformats.org/drawingml/2006/main">
            <a:r>
              <a:t>Insert Your Image And Send To Back</a:t>
            </a:r>
            <a:endParaRPr/>
          </a:p>
        </p:txBody>
      </p:sp>
    </p:spTree>
  </p:cSld>
</p:sldLayout>
</file>

<file path=ppt/slideLayouts/slideLayout17.xml><?xml version="1.0" encoding="utf-8"?>
<p:sldLayout xmlns:p="http://schemas.openxmlformats.org/presentationml/2006/main" preserve="1" userDrawn="1">
  <p:cSld name="17_Contents slide layout">
    <p:bg>
      <p:bgPr>
        <a:blipFill xmlns:a="http://schemas.openxmlformats.org/drawingml/2006/main" rotWithShape="1">
          <a:blip xmlns:r="http://schemas.openxmlformats.org/officeDocument/2006/relationships" r:embed="R5ccf4a0a1f4b4957">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8.xml><?xml version="1.0" encoding="utf-8"?>
<p:sldLayout xmlns:p="http://schemas.openxmlformats.org/presentationml/2006/main" preserve="1" userDrawn="1">
  <p:cSld name="16_Contents slide layout">
    <p:bg>
      <p:bgPr>
        <a:blipFill xmlns:a="http://schemas.openxmlformats.org/drawingml/2006/main" rotWithShape="1">
          <a:blip xmlns:r="http://schemas.openxmlformats.org/officeDocument/2006/relationships" r:embed="Re0e958e079c846e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9.xml><?xml version="1.0" encoding="utf-8"?>
<p:sldLayout xmlns:p="http://schemas.openxmlformats.org/presentationml/2006/main" preserve="1" userDrawn="1">
  <p:cSld name="PNG sets layout">
    <p:bg>
      <p:bgPr>
        <a:blipFill xmlns:a="http://schemas.openxmlformats.org/drawingml/2006/main" rotWithShape="1">
          <a:blip xmlns:r="http://schemas.openxmlformats.org/officeDocument/2006/relationships" r:embed="R7c5481a048bc4301">
            <a:lum/>
          </a:blip>
          <a:srcRect l="0" t="0" r="0" b="0"/>
          <a:stretch>
            <a:fillRect l="0" t="0" r="0" b="0"/>
          </a:stretch>
        </a:blipFill>
      </p:bgPr>
    </p:bg>
    <p:spTree>
      <p:nvGrpSpPr>
        <p:cNvPr id="1" name=""/>
        <p:cNvGrpSpPr/>
        <p:nvPr/>
      </p:nvGrpSpPr>
      <p:grpSpPr>
        <a:xfrm xmlns:a="http://schemas.openxmlformats.org/drawingml/2006/main"/>
      </p:grpSpPr>
      <p:sp>
        <p:nvSpPr>
          <p:cNvPr id="2" name="Text Placeholder 9">
            <a:extLst xmlns:a="http://schemas.openxmlformats.org/drawingml/2006/main">
              <a:ext uri="{FF2B5EF4-FFF2-40B4-BE49-F238E27FC236}">
                <a16:creationId xmlns:a16="http://schemas.microsoft.com/office/drawing/2014/main" id="{155DA3C8-33A8-41B5-B362-0B25123345C6}"/>
              </a:ext>
            </a:extLst>
          </p:cNvPr>
          <p:cNvSpPr>
            <a:spLocks xmlns:a="http://schemas.openxmlformats.org/drawingml/2006/main" noGrp="1"/>
          </p:cNvSpPr>
          <p:nvPr>
            <p:ph type="body" idx="10" hasCustomPrompt="1"/>
          </p:nvPr>
        </p:nvSpPr>
        <p:spPr>
          <a:xfrm xmlns:a="http://schemas.openxmlformats.org/drawingml/2006/main">
            <a:off x="323529" y="332482"/>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PNG &amp; Shapes Layout</a:t>
            </a:r>
          </a:p>
        </p:txBody>
      </p:sp>
    </p:spTree>
  </p:cSld>
</p:sldLayout>
</file>

<file path=ppt/slideLayouts/slideLayout20.xml><?xml version="1.0" encoding="utf-8"?>
<p:sldLayout xmlns:p="http://schemas.openxmlformats.org/presentationml/2006/main" preserve="1" userDrawn="1">
  <p:cSld name="1_Icon sets layout">
    <p:spTree>
      <p:nvGrpSpPr>
        <p:cNvPr id="1" name=""/>
        <p:cNvGrpSpPr/>
        <p:nvPr/>
      </p:nvGrpSpPr>
      <p:grpSpPr>
        <a:xfrm xmlns:a="http://schemas.openxmlformats.org/drawingml/2006/main"/>
      </p:grpSpPr>
      <p:sp>
        <p:nvSpPr>
          <p:cNvPr id="2" name="Text Placeholder 9">
            <a:extLst xmlns:a="http://schemas.openxmlformats.org/drawingml/2006/main">
              <a:ext uri="{FF2B5EF4-FFF2-40B4-BE49-F238E27FC236}">
                <a16:creationId xmlns:a16="http://schemas.microsoft.com/office/drawing/2014/main" id="{14C910BA-D98D-45C2-87BA-F87A148EB063}"/>
              </a:ext>
            </a:extLst>
          </p:cNvPr>
          <p:cNvSpPr>
            <a:spLocks xmlns:a="http://schemas.openxmlformats.org/drawingml/2006/main" noGrp="1"/>
          </p:cNvSpPr>
          <p:nvPr>
            <p:ph type="body" idx="10" hasCustomPrompt="1"/>
          </p:nvPr>
        </p:nvSpPr>
        <p:spPr>
          <a:xfrm xmlns:a="http://schemas.openxmlformats.org/drawingml/2006/main">
            <a:off x="323529" y="123478"/>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Icon Sets Layout</a:t>
            </a:r>
          </a:p>
        </p:txBody>
      </p:sp>
      <p:sp>
        <p:nvSpPr>
          <p:cNvPr id="3" name="Rounded Rectangle 2">
            <a:extLst xmlns:a="http://schemas.openxmlformats.org/drawingml/2006/main">
              <a:ext uri="{FF2B5EF4-FFF2-40B4-BE49-F238E27FC236}">
                <a16:creationId xmlns:a16="http://schemas.microsoft.com/office/drawing/2014/main" id="{71718F83-DF2F-4693-B8CA-DDF522F9E1E0}"/>
              </a:ext>
            </a:extLst>
          </p:cNvPr>
          <p:cNvSpPr>
            <a:spLocks xmlns:a="http://schemas.openxmlformats.org/drawingml/2006/main" noGrp="1"/>
          </p:cNvSpPr>
          <p:nvPr/>
        </p:nvSpPr>
        <p:spPr>
          <a:xfrm xmlns:a="http://schemas.openxmlformats.org/drawingml/2006/main">
            <a:off x="354010" y="1131591"/>
            <a:ext cx="3560767" cy="5402561"/>
          </a:xfrm>
          <a:prstGeom xmlns:a="http://schemas.openxmlformats.org/drawingml/2006/main" prst="roundRect">
            <a:avLst>
              <a:gd name="adj" fmla="val 3968"/>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a:p>
        </p:txBody>
      </p:sp>
      <p:sp>
        <p:nvSpPr>
          <p:cNvPr id="4" name="Rounded Rectangle 3">
            <a:extLst xmlns:a="http://schemas.openxmlformats.org/drawingml/2006/main">
              <a:ext uri="{FF2B5EF4-FFF2-40B4-BE49-F238E27FC236}">
                <a16:creationId xmlns:a16="http://schemas.microsoft.com/office/drawing/2014/main" id="{C4B016CB-E3F3-421B-8A0B-895B3BFA58AE}"/>
              </a:ext>
            </a:extLst>
          </p:cNvPr>
          <p:cNvSpPr>
            <a:spLocks xmlns:a="http://schemas.openxmlformats.org/drawingml/2006/main" noGrp="1"/>
          </p:cNvSpPr>
          <p:nvPr/>
        </p:nvSpPr>
        <p:spPr>
          <a:xfrm xmlns:a="http://schemas.openxmlformats.org/drawingml/2006/main">
            <a:off x="531933" y="1347500"/>
            <a:ext cx="153868" cy="5015200"/>
          </a:xfrm>
          <a:prstGeom xmlns:a="http://schemas.openxmlformats.org/drawingml/2006/main" prst="roundRect">
            <a:avLst>
              <a:gd name="adj" fmla="val 50000"/>
            </a:avLst>
          </a:prstGeom>
          <a:solidFill xmlns:a="http://schemas.openxmlformats.org/drawingml/2006/main">
            <a:schemeClr val="bg1">
              <a:alpha val="41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a:solidFill>
                <a:schemeClr val="bg1"/>
              </a:solidFill>
            </a:endParaRPr>
          </a:p>
        </p:txBody>
      </p:sp>
      <p:sp>
        <p:nvSpPr>
          <p:cNvPr id="5" name="Half Frame 4">
            <a:extLst xmlns:a="http://schemas.openxmlformats.org/drawingml/2006/main">
              <a:ext uri="{FF2B5EF4-FFF2-40B4-BE49-F238E27FC236}">
                <a16:creationId xmlns:a16="http://schemas.microsoft.com/office/drawing/2014/main" id="{0919CF51-BF31-4563-B162-FE46A7017EED}"/>
              </a:ext>
            </a:extLst>
          </p:cNvPr>
          <p:cNvSpPr>
            <a:spLocks xmlns:a="http://schemas.openxmlformats.org/drawingml/2006/main" noGrp="1"/>
          </p:cNvSpPr>
          <p:nvPr/>
        </p:nvSpPr>
        <p:spPr>
          <a:xfrm xmlns:a="http://schemas.openxmlformats.org/drawingml/2006/main" rot="5400000">
            <a:off x="3057177" y="1276653"/>
            <a:ext cx="685849" cy="685148"/>
          </a:xfrm>
          <a:prstGeom xmlns:a="http://schemas.openxmlformats.org/drawingml/2006/main" prst="halfFrame">
            <a:avLst>
              <a:gd name="adj1" fmla="val 23728"/>
              <a:gd name="adj2" fmla="val 24642"/>
            </a:avLst>
          </a:prstGeom>
          <a:solidFill xmlns:a="http://schemas.openxmlformats.org/drawingml/2006/main">
            <a:schemeClr val="bg1">
              <a:alpha val="23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a:solidFill>
                <a:schemeClr val="tx1">
                  <a:lumMod val="85000"/>
                  <a:lumOff val="15000"/>
                </a:schemeClr>
              </a:solidFill>
            </a:endParaRPr>
          </a:p>
        </p:txBody>
      </p:sp>
      <p:sp>
        <p:nvSpPr>
          <p:cNvPr id="58" name="TextBox 57">
            <a:extLst xmlns:a="http://schemas.openxmlformats.org/drawingml/2006/main">
              <a:ext uri="{FF2B5EF4-FFF2-40B4-BE49-F238E27FC236}">
                <a16:creationId xmlns:a16="http://schemas.microsoft.com/office/drawing/2014/main" id="{5644E8BB-F13A-4AE0-889E-633DE4143787}"/>
              </a:ext>
            </a:extLst>
          </p:cNvPr>
          <p:cNvSpPr>
            <a:spLocks xmlns:a="http://schemas.openxmlformats.org/drawingml/2006/main" noGrp="1"/>
          </p:cNvSpPr>
          <p:nvPr/>
        </p:nvSpPr>
        <p:spPr>
          <a:xfrm xmlns:a="http://schemas.openxmlformats.org/drawingml/2006/main">
            <a:off x="711704" y="1637214"/>
            <a:ext cx="2232248"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400" b="1">
                <a:solidFill>
                  <a:schemeClr val="bg1"/>
                </a:solidFill>
                <a:latin typeface="Arial"/>
                <a:ea typeface="Arial"/>
                <a:cs typeface="Arial"/>
              </a:rPr>
              <a:t>You can Resize without losing quality</a:t>
            </a:r>
            <a:endParaRPr sz="1400" b="1">
              <a:solidFill>
                <a:schemeClr val="bg1"/>
              </a:solidFill>
              <a:latin typeface="Arial"/>
              <a:ea typeface="Arial"/>
              <a:cs typeface="Arial"/>
            </a:endParaRPr>
          </a:p>
        </p:txBody>
      </p:sp>
      <p:sp>
        <p:nvSpPr>
          <p:cNvPr id="59" name="TextBox 58">
            <a:extLst xmlns:a="http://schemas.openxmlformats.org/drawingml/2006/main">
              <a:ext uri="{FF2B5EF4-FFF2-40B4-BE49-F238E27FC236}">
                <a16:creationId xmlns:a16="http://schemas.microsoft.com/office/drawing/2014/main" id="{F2CE2B8B-ED32-491A-95B2-D28904BC432C}"/>
              </a:ext>
            </a:extLst>
          </p:cNvPr>
          <p:cNvSpPr>
            <a:spLocks xmlns:a="http://schemas.openxmlformats.org/drawingml/2006/main" noGrp="1"/>
          </p:cNvSpPr>
          <p:nvPr/>
        </p:nvSpPr>
        <p:spPr>
          <a:xfrm xmlns:a="http://schemas.openxmlformats.org/drawingml/2006/main">
            <a:off x="711704" y="2127463"/>
            <a:ext cx="2232248" cy="73866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400" b="1">
                <a:solidFill>
                  <a:schemeClr val="bg1"/>
                </a:solidFill>
                <a:latin typeface="Arial"/>
                <a:ea typeface="Arial"/>
                <a:cs typeface="Arial"/>
              </a:rPr>
              <a:t>You can Change Fill Color &amp;</a:t>
            </a:r>
          </a:p>
          <a:p xmlns:a="http://schemas.openxmlformats.org/drawingml/2006/main">
            <a:r>
              <a:rPr sz="1400" b="1">
                <a:solidFill>
                  <a:schemeClr val="bg1"/>
                </a:solidFill>
                <a:latin typeface="Arial"/>
                <a:ea typeface="Arial"/>
                <a:cs typeface="Arial"/>
              </a:rPr>
              <a:t>Line Color</a:t>
            </a:r>
            <a:endParaRPr sz="1400" b="1">
              <a:solidFill>
                <a:schemeClr val="bg1"/>
              </a:solidFill>
              <a:latin typeface="Arial"/>
              <a:ea typeface="Arial"/>
              <a:cs typeface="Arial"/>
            </a:endParaRPr>
          </a:p>
        </p:txBody>
      </p:sp>
      <p:sp>
        <p:nvSpPr>
          <p:cNvPr id="60" name="TextBox 59">
            <a:extLst xmlns:a="http://schemas.openxmlformats.org/drawingml/2006/main">
              <a:ext uri="{FF2B5EF4-FFF2-40B4-BE49-F238E27FC236}">
                <a16:creationId xmlns:a16="http://schemas.microsoft.com/office/drawing/2014/main" id="{962A52DF-2523-4479-BFA3-B5ACE9887E1C}"/>
              </a:ext>
            </a:extLst>
          </p:cNvPr>
          <p:cNvSpPr>
            <a:spLocks xmlns:a="http://schemas.openxmlformats.org/drawingml/2006/main" noGrp="1"/>
          </p:cNvSpPr>
          <p:nvPr/>
        </p:nvSpPr>
        <p:spPr>
          <a:xfrm xmlns:a="http://schemas.openxmlformats.org/drawingml/2006/main">
            <a:off x="721229" y="5808438"/>
            <a:ext cx="2232000" cy="307777"/>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400">
                <a:solidFill>
                  <a:schemeClr val="bg1"/>
                </a:solidFill>
                <a:latin typeface="Arial"/>
                <a:ea typeface="Arial"/>
                <a:cs typeface="Arial"/>
              </a:rPr>
              <a:t>www.allppt.com</a:t>
            </a:r>
            <a:endParaRPr sz="1400">
              <a:solidFill>
                <a:schemeClr val="bg1"/>
              </a:solidFill>
              <a:latin typeface="Arial"/>
              <a:ea typeface="Arial"/>
              <a:cs typeface="Arial"/>
            </a:endParaRPr>
          </a:p>
        </p:txBody>
      </p:sp>
      <p:sp>
        <p:nvSpPr>
          <p:cNvPr id="61" name="TextBox 60">
            <a:extLst xmlns:a="http://schemas.openxmlformats.org/drawingml/2006/main">
              <a:ext uri="{FF2B5EF4-FFF2-40B4-BE49-F238E27FC236}">
                <a16:creationId xmlns:a16="http://schemas.microsoft.com/office/drawing/2014/main" id="{BAAC314F-E96A-4408-95DE-A70E9ED054AF}"/>
              </a:ext>
            </a:extLst>
          </p:cNvPr>
          <p:cNvSpPr>
            <a:spLocks xmlns:a="http://schemas.openxmlformats.org/drawingml/2006/main" noGrp="1"/>
          </p:cNvSpPr>
          <p:nvPr/>
        </p:nvSpPr>
        <p:spPr>
          <a:xfrm xmlns:a="http://schemas.openxmlformats.org/drawingml/2006/main">
            <a:off x="721229" y="4450324"/>
            <a:ext cx="2717296" cy="1384995"/>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2800" b="1">
                <a:solidFill>
                  <a:schemeClr val="bg1"/>
                </a:solidFill>
                <a:latin typeface="+mn-lt"/>
                <a:ea typeface="+mn-lt"/>
                <a:cs typeface="+mn-lt"/>
              </a:rPr>
              <a:t>FREE </a:t>
            </a:r>
          </a:p>
          <a:p xmlns:a="http://schemas.openxmlformats.org/drawingml/2006/main">
            <a:r>
              <a:rPr sz="2800" b="1">
                <a:solidFill>
                  <a:schemeClr val="bg1"/>
                </a:solidFill>
                <a:latin typeface="+mn-lt"/>
                <a:ea typeface="+mn-lt"/>
                <a:cs typeface="+mn-lt"/>
              </a:rPr>
              <a:t>PPT TEMPLATES</a:t>
            </a:r>
          </a:p>
        </p:txBody>
      </p:sp>
    </p:spTree>
  </p:cSld>
</p:sldLayout>
</file>

<file path=ppt/slideLayouts/slideLayout21.xml><?xml version="1.0" encoding="utf-8"?>
<p:sldLayout xmlns:p="http://schemas.openxmlformats.org/presentationml/2006/main" preserve="1" userDrawn="1">
  <p:cSld name="Section Break Slide layout">
    <p:bg>
      <p:bgPr>
        <a:blipFill xmlns:a="http://schemas.openxmlformats.org/drawingml/2006/main" rotWithShape="1">
          <a:blip xmlns:r="http://schemas.openxmlformats.org/officeDocument/2006/relationships" r:embed="R1c0ece7ac35140c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c508181eab4855" /><Relationship Type="http://schemas.openxmlformats.org/officeDocument/2006/relationships/slideLayout" Target="/ppt/slideLayouts/slideLayout1.xml" Id="R1516ee19f8474359" /><Relationship Type="http://schemas.openxmlformats.org/officeDocument/2006/relationships/slideLayout" Target="/ppt/slideLayouts/slideLayout2.xml" Id="R8e0177e1a6e0404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e864e1ebb7b485c" /><Relationship Type="http://schemas.openxmlformats.org/officeDocument/2006/relationships/slideLayout" Target="/ppt/slideLayouts/slideLayout3.xml" Id="R1366aba06375416b" /><Relationship Type="http://schemas.openxmlformats.org/officeDocument/2006/relationships/slideLayout" Target="/ppt/slideLayouts/slideLayout4.xml" Id="Rc922aef179b74910" /><Relationship Type="http://schemas.openxmlformats.org/officeDocument/2006/relationships/slideLayout" Target="/ppt/slideLayouts/slideLayout5.xml" Id="Rbb73b146957d4cea" /><Relationship Type="http://schemas.openxmlformats.org/officeDocument/2006/relationships/slideLayout" Target="/ppt/slideLayouts/slideLayout6.xml" Id="R4ee7cd9994594253" /><Relationship Type="http://schemas.openxmlformats.org/officeDocument/2006/relationships/slideLayout" Target="/ppt/slideLayouts/slideLayout7.xml" Id="R923d9d4409a842ec" /><Relationship Type="http://schemas.openxmlformats.org/officeDocument/2006/relationships/slideLayout" Target="/ppt/slideLayouts/slideLayout8.xml" Id="R738eb51b11404a74" /><Relationship Type="http://schemas.openxmlformats.org/officeDocument/2006/relationships/slideLayout" Target="/ppt/slideLayouts/slideLayout9.xml" Id="R1feff4144c89467a" /><Relationship Type="http://schemas.openxmlformats.org/officeDocument/2006/relationships/slideLayout" Target="/ppt/slideLayouts/slideLayout10.xml" Id="R8b3058f914a64855" /><Relationship Type="http://schemas.openxmlformats.org/officeDocument/2006/relationships/slideLayout" Target="/ppt/slideLayouts/slideLayout11.xml" Id="Re64a7e2c4156400d" /><Relationship Type="http://schemas.openxmlformats.org/officeDocument/2006/relationships/slideLayout" Target="/ppt/slideLayouts/slideLayout12.xml" Id="R67d9ce5fc4524f2e" /><Relationship Type="http://schemas.openxmlformats.org/officeDocument/2006/relationships/slideLayout" Target="/ppt/slideLayouts/slideLayout13.xml" Id="Raae25d40e60e4dcb" /><Relationship Type="http://schemas.openxmlformats.org/officeDocument/2006/relationships/slideLayout" Target="/ppt/slideLayouts/slideLayout14.xml" Id="R6037914d98994182" /><Relationship Type="http://schemas.openxmlformats.org/officeDocument/2006/relationships/slideLayout" Target="/ppt/slideLayouts/slideLayout15.xml" Id="R1a592c00957247e0" /><Relationship Type="http://schemas.openxmlformats.org/officeDocument/2006/relationships/slideLayout" Target="/ppt/slideLayouts/slideLayout16.xml" Id="R7b0dc15ac0d04d19" /><Relationship Type="http://schemas.openxmlformats.org/officeDocument/2006/relationships/slideLayout" Target="/ppt/slideLayouts/slideLayout17.xml" Id="R391278e81cdb4c0d" /><Relationship Type="http://schemas.openxmlformats.org/officeDocument/2006/relationships/slideLayout" Target="/ppt/slideLayouts/slideLayout18.xml" Id="Rebf25fbf2b924db3" /><Relationship Type="http://schemas.openxmlformats.org/officeDocument/2006/relationships/slideLayout" Target="/ppt/slideLayouts/slideLayout19.xml" Id="R7e92f61194fb4313" /><Relationship Type="http://schemas.openxmlformats.org/officeDocument/2006/relationships/slideLayout" Target="/ppt/slideLayouts/slideLayout20.xml" Id="R1378b3922e2d43ae"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318fa53dd2b54f98" /><Relationship Type="http://schemas.openxmlformats.org/officeDocument/2006/relationships/slideLayout" Target="/ppt/slideLayouts/slideLayout21.xml" Id="R71e385f4701b433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16ee19f8474359"/>
    <p:sldLayoutId xmlns:r="http://schemas.openxmlformats.org/officeDocument/2006/relationships" id="2147483650" r:id="R8e0177e1a6e04040"/>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2" r:id="R1366aba06375416b"/>
    <p:sldLayoutId xmlns:r="http://schemas.openxmlformats.org/officeDocument/2006/relationships" id="2147483653" r:id="Rc922aef179b74910"/>
    <p:sldLayoutId xmlns:r="http://schemas.openxmlformats.org/officeDocument/2006/relationships" id="2147483654" r:id="Rbb73b146957d4cea"/>
    <p:sldLayoutId xmlns:r="http://schemas.openxmlformats.org/officeDocument/2006/relationships" id="2147483655" r:id="R4ee7cd9994594253"/>
    <p:sldLayoutId xmlns:r="http://schemas.openxmlformats.org/officeDocument/2006/relationships" id="2147483656" r:id="R923d9d4409a842ec"/>
    <p:sldLayoutId xmlns:r="http://schemas.openxmlformats.org/officeDocument/2006/relationships" id="2147483657" r:id="R738eb51b11404a74"/>
    <p:sldLayoutId xmlns:r="http://schemas.openxmlformats.org/officeDocument/2006/relationships" id="2147483658" r:id="R1feff4144c89467a"/>
    <p:sldLayoutId xmlns:r="http://schemas.openxmlformats.org/officeDocument/2006/relationships" id="2147483659" r:id="R8b3058f914a64855"/>
    <p:sldLayoutId xmlns:r="http://schemas.openxmlformats.org/officeDocument/2006/relationships" id="2147483660" r:id="Re64a7e2c4156400d"/>
    <p:sldLayoutId xmlns:r="http://schemas.openxmlformats.org/officeDocument/2006/relationships" id="2147483661" r:id="R67d9ce5fc4524f2e"/>
    <p:sldLayoutId xmlns:r="http://schemas.openxmlformats.org/officeDocument/2006/relationships" id="2147483662" r:id="Raae25d40e60e4dcb"/>
    <p:sldLayoutId xmlns:r="http://schemas.openxmlformats.org/officeDocument/2006/relationships" id="2147483663" r:id="R6037914d98994182"/>
    <p:sldLayoutId xmlns:r="http://schemas.openxmlformats.org/officeDocument/2006/relationships" id="2147483664" r:id="R1a592c00957247e0"/>
    <p:sldLayoutId xmlns:r="http://schemas.openxmlformats.org/officeDocument/2006/relationships" id="2147483665" r:id="R7b0dc15ac0d04d19"/>
    <p:sldLayoutId xmlns:r="http://schemas.openxmlformats.org/officeDocument/2006/relationships" id="2147483666" r:id="R391278e81cdb4c0d"/>
    <p:sldLayoutId xmlns:r="http://schemas.openxmlformats.org/officeDocument/2006/relationships" id="2147483667" r:id="Rebf25fbf2b924db3"/>
    <p:sldLayoutId xmlns:r="http://schemas.openxmlformats.org/officeDocument/2006/relationships" id="2147483668" r:id="R7e92f61194fb4313"/>
    <p:sldLayoutId xmlns:r="http://schemas.openxmlformats.org/officeDocument/2006/relationships" id="2147483669" r:id="R1378b3922e2d43ae"/>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1" r:id="R71e385f4701b4335"/>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ver and End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ontents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Section Break Slide Master">
  <a:themeElements>
    <a:clrScheme name="ALLPPT-628">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LLPPT FONT">
      <a:majorFont>
        <a:latin typeface="Arial"/>
        <a:ea typeface="Arial Unicode MS"/>
        <a:cs typeface=""/>
      </a:majorFont>
      <a:minorFont>
        <a:latin typeface="Arial"/>
        <a:ea typeface="Arial Unicode MS"/>
        <a:cs typeface=""/>
      </a:minorFont>
    </a:fontScheme>
    <a:fmtScheme name="ALLPPT-628">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518eb7bad445ab" /><Relationship Type="http://schemas.openxmlformats.org/officeDocument/2006/relationships/hyperlink" Target="http://www.free-powerpoint-templates-design.com/" TargetMode="External" Id="R76ded72467e14123" /><Relationship Type="http://schemas.openxmlformats.org/officeDocument/2006/relationships/hyperlink" Target="http://www.free-powerpoint-templates-design.com/" TargetMode="External" Id="Rbcea034db8764584" /><Relationship Type="http://schemas.openxmlformats.org/officeDocument/2006/relationships/notesSlide" Target="/ppt/notesSlides/notesSlide1.xml" Id="Rd7ca6fed210948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a93154ea5d09424b" /><Relationship Type="http://schemas.openxmlformats.org/officeDocument/2006/relationships/notesSlide" Target="/ppt/notesSlides/notesSlide2.xml" Id="R0ae9ca07af8745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1.xml" Id="Re74eb72476214858" /><Relationship Type="http://schemas.openxmlformats.org/officeDocument/2006/relationships/notesSlide" Target="/ppt/notesSlides/notesSlide3.xml" Id="Rc6604740829e42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13caac902ca4a0b" /><Relationship Type="http://schemas.openxmlformats.org/officeDocument/2006/relationships/notesSlide" Target="/ppt/notesSlides/notesSlide4.xml" Id="Red57a0ddb22c4a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cd16710f0e3844d3" /><Relationship Type="http://schemas.openxmlformats.org/officeDocument/2006/relationships/notesSlide" Target="/ppt/notesSlides/notesSlide5.xml" Id="R09db5c7814394b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c1ebfa39e4d74a25" /><Relationship Type="http://schemas.openxmlformats.org/officeDocument/2006/relationships/notesSlide" Target="/ppt/notesSlides/notesSlide6.xml" Id="Rc38394a317044d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f817af3ccbc64469" /><Relationship Type="http://schemas.openxmlformats.org/officeDocument/2006/relationships/notesSlide" Target="/ppt/notesSlides/notesSlide7.xml" Id="Rfe4f698cdeca4d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b009163c49a34cad" /><Relationship Type="http://schemas.openxmlformats.org/officeDocument/2006/relationships/notesSlide" Target="/ppt/notesSlides/notesSlide8.xml" Id="R443ad5da00784b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3b0c1445fc194ee0" /><Relationship Type="http://schemas.openxmlformats.org/officeDocument/2006/relationships/notesSlide" Target="/ppt/notesSlides/notesSlide9.xml" Id="R9beccf5f1afd4e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02d2841baa4bac" /><Relationship Type="http://schemas.openxmlformats.org/officeDocument/2006/relationships/notesSlide" Target="/ppt/notesSlides/notesSlide10.xml" Id="R633b6231304e44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d150fac27d704d48" /><Relationship Type="http://schemas.openxmlformats.org/officeDocument/2006/relationships/notesSlide" Target="/ppt/notesSlides/notesSlide11.xml" Id="R2b31d7bf809043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e7e611464acf4a64" /><Relationship Type="http://schemas.openxmlformats.org/officeDocument/2006/relationships/notesSlide" Target="/ppt/notesSlides/notesSlide12.xml" Id="R75ec529a0a174e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0724b34f50eb4f3f" /><Relationship Type="http://schemas.openxmlformats.org/officeDocument/2006/relationships/notesSlide" Target="/ppt/notesSlides/notesSlide13.xml" Id="R2bbdb0af00414c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79ad81899fb141bd" /><Relationship Type="http://schemas.openxmlformats.org/officeDocument/2006/relationships/notesSlide" Target="/ppt/notesSlides/notesSlide14.xml" Id="R7d4e07e326974a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e53506389e9343b0" /><Relationship Type="http://schemas.openxmlformats.org/officeDocument/2006/relationships/notesSlide" Target="/ppt/notesSlides/notesSlide15.xml" Id="R0ef6279be3c842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8f7112526eae45f6" /><Relationship Type="http://schemas.openxmlformats.org/officeDocument/2006/relationships/notesSlide" Target="/ppt/notesSlides/notesSlide16.xml" Id="Refa22ad4625a49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8b737b6b852b4322" /><Relationship Type="http://schemas.openxmlformats.org/officeDocument/2006/relationships/notesSlide" Target="/ppt/notesSlides/notesSlide17.xml" Id="R26f9d7cfad174a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9.xml" Id="R61dbbb64f37443e2" /><Relationship Type="http://schemas.openxmlformats.org/officeDocument/2006/relationships/notesSlide" Target="/ppt/notesSlides/notesSlide18.xml" Id="Rd500f11c76bf4cd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73f58b1de214629" /><Relationship Type="http://schemas.openxmlformats.org/officeDocument/2006/relationships/notesSlide" Target="/ppt/notesSlides/notesSlide19.xml" Id="R46fd1adb213b43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4.xml" Id="R71d4ad8c2aaa4eaf" /><Relationship Type="http://schemas.openxmlformats.org/officeDocument/2006/relationships/notesSlide" Target="/ppt/notesSlides/notesSlide20.xml" Id="Ref8130197d804fc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1.xml" Id="R6a708627b9bf4367" /><Relationship Type="http://schemas.openxmlformats.org/officeDocument/2006/relationships/notesSlide" Target="/ppt/notesSlides/notesSlide21.xml" Id="Rcdc2382619974a8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c189047640c3467c" /><Relationship Type="http://schemas.openxmlformats.org/officeDocument/2006/relationships/notesSlide" Target="/ppt/notesSlides/notesSlide22.xml" Id="Raffda539051d4d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c9ec8c6ceba94163" /><Relationship Type="http://schemas.openxmlformats.org/officeDocument/2006/relationships/notesSlide" Target="/ppt/notesSlides/notesSlide23.xml" Id="R4df6ddb9012746e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0.xml" Id="R52d328e462884192" /><Relationship Type="http://schemas.openxmlformats.org/officeDocument/2006/relationships/notesSlide" Target="/ppt/notesSlides/notesSlide24.xml" Id="R9cb98951507d42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88e52ef2517a4999" /><Relationship Type="http://schemas.openxmlformats.org/officeDocument/2006/relationships/notesSlide" Target="/ppt/notesSlides/notesSlide25.xml" Id="Rc130198c331e478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fb7d3657f33d40cc" /><Relationship Type="http://schemas.openxmlformats.org/officeDocument/2006/relationships/notesSlide" Target="/ppt/notesSlides/notesSlide26.xml" Id="R0cae3fc1c7a0410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0c20432a441e4d7b" /><Relationship Type="http://schemas.openxmlformats.org/officeDocument/2006/relationships/notesSlide" Target="/ppt/notesSlides/notesSlide27.xml" Id="R4e4cefcdc614438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0b21fb7f81b49c9" /><Relationship Type="http://schemas.openxmlformats.org/officeDocument/2006/relationships/notesSlide" Target="/ppt/notesSlides/notesSlide28.xml" Id="R132ac1511c3644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c1e8018503614a69" /><Relationship Type="http://schemas.openxmlformats.org/officeDocument/2006/relationships/notesSlide" Target="/ppt/notesSlides/notesSlide29.xml" Id="R4e94a359b8854dc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743f6fadeb1b4b21" /><Relationship Type="http://schemas.openxmlformats.org/officeDocument/2006/relationships/notesSlide" Target="/ppt/notesSlides/notesSlide30.xml" Id="R79e52e8937c9474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3" name="TextBox 22">
            <a:hlinkClick xmlns:r="http://schemas.openxmlformats.org/officeDocument/2006/relationships" xmlns:a="http://schemas.openxmlformats.org/drawingml/2006/main" r:id="R76ded72467e14123"/>
            <a:extLst xmlns:a="http://schemas.openxmlformats.org/drawingml/2006/main">
              <a:ext uri="{FF2B5EF4-FFF2-40B4-BE49-F238E27FC236}">
                <a16:creationId xmlns:a16="http://schemas.microsoft.com/office/drawing/2014/main" id="{D6A79285-3107-4BC0-8875-8EF27C571FEF}"/>
              </a:ext>
            </a:extLst>
          </p:cNvPr>
          <p:cNvSpPr>
            <a:spLocks xmlns:a="http://schemas.openxmlformats.org/drawingml/2006/main" noGrp="1"/>
          </p:cNvSpPr>
          <p:nvPr/>
        </p:nvSpPr>
        <p:spPr>
          <a:xfrm xmlns:a="http://schemas.openxmlformats.org/drawingml/2006/main" rot="0" flipH="0" flipV="0">
            <a:off x="609468" y="6117628"/>
            <a:ext cx="5286101" cy="246221"/>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000">
                <a:solidFill>
                  <a:schemeClr val="bg1"/>
                </a:solidFill>
                <a:hlinkClick xmlns:r="http://schemas.openxmlformats.org/officeDocument/2006/relationships" r:id="Rbcea034db8764584"/>
              </a:rPr>
              <a:t/>
            </a:r>
            <a:endParaRPr sz="1000">
              <a:solidFill>
                <a:schemeClr val="bg1"/>
              </a:solidFill>
            </a:endParaRPr>
          </a:p>
        </p:txBody>
      </p:sp>
      <p:sp>
        <p:nvSpPr>
          <p:cNvPr id="24" name="TextBox 23">
            <a:extLst xmlns:a="http://schemas.openxmlformats.org/drawingml/2006/main">
              <a:ext uri="{FF2B5EF4-FFF2-40B4-BE49-F238E27FC236}">
                <a16:creationId xmlns:a16="http://schemas.microsoft.com/office/drawing/2014/main" id="{C8B135A4-E404-492F-A148-A6DA3E196F2F}"/>
              </a:ext>
            </a:extLst>
          </p:cNvPr>
          <p:cNvSpPr>
            <a:spLocks xmlns:a="http://schemas.openxmlformats.org/drawingml/2006/main" noGrp="1"/>
          </p:cNvSpPr>
          <p:nvPr/>
        </p:nvSpPr>
        <p:spPr>
          <a:xfrm xmlns:a="http://schemas.openxmlformats.org/drawingml/2006/main" rot="0" flipH="0" flipV="0">
            <a:off x="609467" y="3130359"/>
            <a:ext cx="5286102" cy="2585323"/>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5400">
                <a:solidFill>
                  <a:schemeClr val="bg1"/>
                </a:solidFill>
                <a:latin typeface="+mj-lt"/>
                <a:ea typeface="+mj-lt"/>
                <a:cs typeface="+mj-lt"/>
              </a:rPr>
              <a:t/>
            </a:r>
          </a:p>
        </p:txBody>
      </p:sp>
      <p:sp>
        <p:nvSpPr>
          <p:cNvPr id="35" name="TextBox 34">
            <a:extLst xmlns:a="http://schemas.openxmlformats.org/drawingml/2006/main">
              <a:ext uri="{FF2B5EF4-FFF2-40B4-BE49-F238E27FC236}">
                <a16:creationId xmlns:a16="http://schemas.microsoft.com/office/drawing/2014/main" id="{E40B7C1A-C50C-404D-A7B2-1762B76D5ED9}"/>
              </a:ext>
            </a:extLst>
          </p:cNvPr>
          <p:cNvSpPr>
            <a:spLocks xmlns:a="http://schemas.openxmlformats.org/drawingml/2006/main" noGrp="1"/>
          </p:cNvSpPr>
          <p:nvPr/>
        </p:nvSpPr>
        <p:spPr>
          <a:xfrm xmlns:a="http://schemas.openxmlformats.org/drawingml/2006/main" rot="0" flipH="0" flipV="0">
            <a:off x="609467" y="5715682"/>
            <a:ext cx="5286102" cy="3796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867">
                <a:solidFill>
                  <a:schemeClr val="bg1"/>
                </a:solidFill>
              </a:rPr>
              <a:t/>
            </a:r>
            <a:endParaRPr sz="1867">
              <a:solidFill>
                <a:schemeClr val="bg1"/>
              </a:solidFill>
            </a:endParaRPr>
          </a:p>
        </p:txBody>
      </p:sp>
      <p:sp>
        <p:nvSpPr>
          <p:cNvPr id="36" name="자유형: 도형 35">
            <a:extLst xmlns:a="http://schemas.openxmlformats.org/drawingml/2006/main">
              <a:ext uri="{FF2B5EF4-FFF2-40B4-BE49-F238E27FC236}">
                <a16:creationId xmlns:a16="http://schemas.microsoft.com/office/drawing/2014/main" id="{3A81106C-4A25-414A-B03C-328D3D3E8974}"/>
              </a:ext>
            </a:extLst>
          </p:cNvPr>
          <p:cNvSpPr>
            <a:spLocks xmlns:a="http://schemas.openxmlformats.org/drawingml/2006/main" noGrp="1"/>
          </p:cNvSpPr>
          <p:nvPr/>
        </p:nvSpPr>
        <p:spPr>
          <a:xfrm xmlns:a="http://schemas.openxmlformats.org/drawingml/2006/main">
            <a:off x="609467" y="512930"/>
            <a:ext cx="1684599" cy="432917"/>
          </a:xfrm>
          <a:custGeom xmlns:a="http://schemas.openxmlformats.org/drawingml/2006/main">
            <a:gdLst>
              <a:gd name="connsiteX0" fmla="*/ 1270457 w 1684599"/>
              <a:gd name="connsiteY0" fmla="*/ 318010 h 432917"/>
              <a:gd name="connsiteX1" fmla="*/ 1282754 w 1684599"/>
              <a:gd name="connsiteY1" fmla="*/ 318010 h 432917"/>
              <a:gd name="connsiteX2" fmla="*/ 1282754 w 1684599"/>
              <a:gd name="connsiteY2" fmla="*/ 328456 h 432917"/>
              <a:gd name="connsiteX3" fmla="*/ 1270457 w 1684599"/>
              <a:gd name="connsiteY3" fmla="*/ 328456 h 432917"/>
              <a:gd name="connsiteX4" fmla="*/ 1388670 w 1684599"/>
              <a:gd name="connsiteY4" fmla="*/ 282441 h 432917"/>
              <a:gd name="connsiteX5" fmla="*/ 1375712 w 1684599"/>
              <a:gd name="connsiteY5" fmla="*/ 287069 h 432917"/>
              <a:gd name="connsiteX6" fmla="*/ 1370819 w 1684599"/>
              <a:gd name="connsiteY6" fmla="*/ 301217 h 432917"/>
              <a:gd name="connsiteX7" fmla="*/ 1375844 w 1684599"/>
              <a:gd name="connsiteY7" fmla="*/ 315234 h 432917"/>
              <a:gd name="connsiteX8" fmla="*/ 1388670 w 1684599"/>
              <a:gd name="connsiteY8" fmla="*/ 319994 h 432917"/>
              <a:gd name="connsiteX9" fmla="*/ 1401364 w 1684599"/>
              <a:gd name="connsiteY9" fmla="*/ 315234 h 432917"/>
              <a:gd name="connsiteX10" fmla="*/ 1406389 w 1684599"/>
              <a:gd name="connsiteY10" fmla="*/ 300953 h 432917"/>
              <a:gd name="connsiteX11" fmla="*/ 1401496 w 1684599"/>
              <a:gd name="connsiteY11" fmla="*/ 286937 h 432917"/>
              <a:gd name="connsiteX12" fmla="*/ 1388670 w 1684599"/>
              <a:gd name="connsiteY12" fmla="*/ 282441 h 432917"/>
              <a:gd name="connsiteX13" fmla="*/ 1425033 w 1684599"/>
              <a:gd name="connsiteY13" fmla="*/ 273846 h 432917"/>
              <a:gd name="connsiteX14" fmla="*/ 1444339 w 1684599"/>
              <a:gd name="connsiteY14" fmla="*/ 273846 h 432917"/>
              <a:gd name="connsiteX15" fmla="*/ 1455975 w 1684599"/>
              <a:gd name="connsiteY15" fmla="*/ 311134 h 432917"/>
              <a:gd name="connsiteX16" fmla="*/ 1467479 w 1684599"/>
              <a:gd name="connsiteY16" fmla="*/ 273846 h 432917"/>
              <a:gd name="connsiteX17" fmla="*/ 1486916 w 1684599"/>
              <a:gd name="connsiteY17" fmla="*/ 273846 h 432917"/>
              <a:gd name="connsiteX18" fmla="*/ 1486916 w 1684599"/>
              <a:gd name="connsiteY18" fmla="*/ 328456 h 432917"/>
              <a:gd name="connsiteX19" fmla="*/ 1474883 w 1684599"/>
              <a:gd name="connsiteY19" fmla="*/ 328456 h 432917"/>
              <a:gd name="connsiteX20" fmla="*/ 1474883 w 1684599"/>
              <a:gd name="connsiteY20" fmla="*/ 285482 h 432917"/>
              <a:gd name="connsiteX21" fmla="*/ 1462190 w 1684599"/>
              <a:gd name="connsiteY21" fmla="*/ 328456 h 432917"/>
              <a:gd name="connsiteX22" fmla="*/ 1449760 w 1684599"/>
              <a:gd name="connsiteY22" fmla="*/ 328456 h 432917"/>
              <a:gd name="connsiteX23" fmla="*/ 1437066 w 1684599"/>
              <a:gd name="connsiteY23" fmla="*/ 285482 h 432917"/>
              <a:gd name="connsiteX24" fmla="*/ 1437066 w 1684599"/>
              <a:gd name="connsiteY24" fmla="*/ 328456 h 432917"/>
              <a:gd name="connsiteX25" fmla="*/ 1425033 w 1684599"/>
              <a:gd name="connsiteY25" fmla="*/ 328456 h 432917"/>
              <a:gd name="connsiteX26" fmla="*/ 1388538 w 1684599"/>
              <a:gd name="connsiteY26" fmla="*/ 272920 h 432917"/>
              <a:gd name="connsiteX27" fmla="*/ 1411149 w 1684599"/>
              <a:gd name="connsiteY27" fmla="*/ 280457 h 432917"/>
              <a:gd name="connsiteX28" fmla="*/ 1419612 w 1684599"/>
              <a:gd name="connsiteY28" fmla="*/ 301217 h 432917"/>
              <a:gd name="connsiteX29" fmla="*/ 1411149 w 1684599"/>
              <a:gd name="connsiteY29" fmla="*/ 321845 h 432917"/>
              <a:gd name="connsiteX30" fmla="*/ 1388538 w 1684599"/>
              <a:gd name="connsiteY30" fmla="*/ 329250 h 432917"/>
              <a:gd name="connsiteX31" fmla="*/ 1365795 w 1684599"/>
              <a:gd name="connsiteY31" fmla="*/ 321845 h 432917"/>
              <a:gd name="connsiteX32" fmla="*/ 1357332 w 1684599"/>
              <a:gd name="connsiteY32" fmla="*/ 301350 h 432917"/>
              <a:gd name="connsiteX33" fmla="*/ 1360241 w 1684599"/>
              <a:gd name="connsiteY33" fmla="*/ 287333 h 432917"/>
              <a:gd name="connsiteX34" fmla="*/ 1366191 w 1684599"/>
              <a:gd name="connsiteY34" fmla="*/ 279796 h 432917"/>
              <a:gd name="connsiteX35" fmla="*/ 1374522 w 1684599"/>
              <a:gd name="connsiteY35" fmla="*/ 274904 h 432917"/>
              <a:gd name="connsiteX36" fmla="*/ 1388538 w 1684599"/>
              <a:gd name="connsiteY36" fmla="*/ 272920 h 432917"/>
              <a:gd name="connsiteX37" fmla="*/ 1322688 w 1684599"/>
              <a:gd name="connsiteY37" fmla="*/ 272920 h 432917"/>
              <a:gd name="connsiteX38" fmla="*/ 1341729 w 1684599"/>
              <a:gd name="connsiteY38" fmla="*/ 278871 h 432917"/>
              <a:gd name="connsiteX39" fmla="*/ 1348340 w 1684599"/>
              <a:gd name="connsiteY39" fmla="*/ 288920 h 432917"/>
              <a:gd name="connsiteX40" fmla="*/ 1335514 w 1684599"/>
              <a:gd name="connsiteY40" fmla="*/ 291565 h 432917"/>
              <a:gd name="connsiteX41" fmla="*/ 1330754 w 1684599"/>
              <a:gd name="connsiteY41" fmla="*/ 284821 h 432917"/>
              <a:gd name="connsiteX42" fmla="*/ 1322027 w 1684599"/>
              <a:gd name="connsiteY42" fmla="*/ 282309 h 432917"/>
              <a:gd name="connsiteX43" fmla="*/ 1310523 w 1684599"/>
              <a:gd name="connsiteY43" fmla="*/ 286672 h 432917"/>
              <a:gd name="connsiteX44" fmla="*/ 1306027 w 1684599"/>
              <a:gd name="connsiteY44" fmla="*/ 300821 h 432917"/>
              <a:gd name="connsiteX45" fmla="*/ 1310390 w 1684599"/>
              <a:gd name="connsiteY45" fmla="*/ 315630 h 432917"/>
              <a:gd name="connsiteX46" fmla="*/ 1321762 w 1684599"/>
              <a:gd name="connsiteY46" fmla="*/ 319994 h 432917"/>
              <a:gd name="connsiteX47" fmla="*/ 1330622 w 1684599"/>
              <a:gd name="connsiteY47" fmla="*/ 317217 h 432917"/>
              <a:gd name="connsiteX48" fmla="*/ 1335911 w 1684599"/>
              <a:gd name="connsiteY48" fmla="*/ 308490 h 432917"/>
              <a:gd name="connsiteX49" fmla="*/ 1348472 w 1684599"/>
              <a:gd name="connsiteY49" fmla="*/ 311928 h 432917"/>
              <a:gd name="connsiteX50" fmla="*/ 1338820 w 1684599"/>
              <a:gd name="connsiteY50" fmla="*/ 325151 h 432917"/>
              <a:gd name="connsiteX51" fmla="*/ 1321762 w 1684599"/>
              <a:gd name="connsiteY51" fmla="*/ 329514 h 432917"/>
              <a:gd name="connsiteX52" fmla="*/ 1300738 w 1684599"/>
              <a:gd name="connsiteY52" fmla="*/ 322109 h 432917"/>
              <a:gd name="connsiteX53" fmla="*/ 1292540 w 1684599"/>
              <a:gd name="connsiteY53" fmla="*/ 301746 h 432917"/>
              <a:gd name="connsiteX54" fmla="*/ 1300738 w 1684599"/>
              <a:gd name="connsiteY54" fmla="*/ 280590 h 432917"/>
              <a:gd name="connsiteX55" fmla="*/ 1322688 w 1684599"/>
              <a:gd name="connsiteY55" fmla="*/ 272920 h 432917"/>
              <a:gd name="connsiteX56" fmla="*/ 1016180 w 1684599"/>
              <a:gd name="connsiteY56" fmla="*/ 134080 h 432917"/>
              <a:gd name="connsiteX57" fmla="*/ 1016180 w 1684599"/>
              <a:gd name="connsiteY57" fmla="*/ 200723 h 432917"/>
              <a:gd name="connsiteX58" fmla="*/ 1039055 w 1684599"/>
              <a:gd name="connsiteY58" fmla="*/ 200723 h 432917"/>
              <a:gd name="connsiteX59" fmla="*/ 1072113 w 1684599"/>
              <a:gd name="connsiteY59" fmla="*/ 197021 h 432917"/>
              <a:gd name="connsiteX60" fmla="*/ 1085203 w 1684599"/>
              <a:gd name="connsiteY60" fmla="*/ 185517 h 432917"/>
              <a:gd name="connsiteX61" fmla="*/ 1089964 w 1684599"/>
              <a:gd name="connsiteY61" fmla="*/ 167269 h 432917"/>
              <a:gd name="connsiteX62" fmla="*/ 1083352 w 1684599"/>
              <a:gd name="connsiteY62" fmla="*/ 146113 h 432917"/>
              <a:gd name="connsiteX63" fmla="*/ 1066559 w 1684599"/>
              <a:gd name="connsiteY63" fmla="*/ 135667 h 432917"/>
              <a:gd name="connsiteX64" fmla="*/ 1036411 w 1684599"/>
              <a:gd name="connsiteY64" fmla="*/ 134080 h 432917"/>
              <a:gd name="connsiteX65" fmla="*/ 822993 w 1684599"/>
              <a:gd name="connsiteY65" fmla="*/ 134080 h 432917"/>
              <a:gd name="connsiteX66" fmla="*/ 822993 w 1684599"/>
              <a:gd name="connsiteY66" fmla="*/ 200723 h 432917"/>
              <a:gd name="connsiteX67" fmla="*/ 845869 w 1684599"/>
              <a:gd name="connsiteY67" fmla="*/ 200723 h 432917"/>
              <a:gd name="connsiteX68" fmla="*/ 878926 w 1684599"/>
              <a:gd name="connsiteY68" fmla="*/ 197021 h 432917"/>
              <a:gd name="connsiteX69" fmla="*/ 892017 w 1684599"/>
              <a:gd name="connsiteY69" fmla="*/ 185517 h 432917"/>
              <a:gd name="connsiteX70" fmla="*/ 896777 w 1684599"/>
              <a:gd name="connsiteY70" fmla="*/ 167269 h 432917"/>
              <a:gd name="connsiteX71" fmla="*/ 890166 w 1684599"/>
              <a:gd name="connsiteY71" fmla="*/ 146113 h 432917"/>
              <a:gd name="connsiteX72" fmla="*/ 873373 w 1684599"/>
              <a:gd name="connsiteY72" fmla="*/ 135667 h 432917"/>
              <a:gd name="connsiteX73" fmla="*/ 843224 w 1684599"/>
              <a:gd name="connsiteY73" fmla="*/ 134080 h 432917"/>
              <a:gd name="connsiteX74" fmla="*/ 626501 w 1684599"/>
              <a:gd name="connsiteY74" fmla="*/ 103271 h 432917"/>
              <a:gd name="connsiteX75" fmla="*/ 645278 w 1684599"/>
              <a:gd name="connsiteY75" fmla="*/ 103800 h 432917"/>
              <a:gd name="connsiteX76" fmla="*/ 640121 w 1684599"/>
              <a:gd name="connsiteY76" fmla="*/ 319994 h 432917"/>
              <a:gd name="connsiteX77" fmla="*/ 743524 w 1684599"/>
              <a:gd name="connsiteY77" fmla="*/ 319994 h 432917"/>
              <a:gd name="connsiteX78" fmla="*/ 743524 w 1684599"/>
              <a:gd name="connsiteY78" fmla="*/ 338902 h 432917"/>
              <a:gd name="connsiteX79" fmla="*/ 620948 w 1684599"/>
              <a:gd name="connsiteY79" fmla="*/ 338902 h 432917"/>
              <a:gd name="connsiteX80" fmla="*/ 475496 w 1684599"/>
              <a:gd name="connsiteY80" fmla="*/ 103271 h 432917"/>
              <a:gd name="connsiteX81" fmla="*/ 494272 w 1684599"/>
              <a:gd name="connsiteY81" fmla="*/ 103800 h 432917"/>
              <a:gd name="connsiteX82" fmla="*/ 489644 w 1684599"/>
              <a:gd name="connsiteY82" fmla="*/ 319994 h 432917"/>
              <a:gd name="connsiteX83" fmla="*/ 583527 w 1684599"/>
              <a:gd name="connsiteY83" fmla="*/ 319994 h 432917"/>
              <a:gd name="connsiteX84" fmla="*/ 583527 w 1684599"/>
              <a:gd name="connsiteY84" fmla="*/ 338902 h 432917"/>
              <a:gd name="connsiteX85" fmla="*/ 470339 w 1684599"/>
              <a:gd name="connsiteY85" fmla="*/ 338902 h 432917"/>
              <a:gd name="connsiteX86" fmla="*/ 340754 w 1684599"/>
              <a:gd name="connsiteY86" fmla="*/ 103271 h 432917"/>
              <a:gd name="connsiteX87" fmla="*/ 441645 w 1684599"/>
              <a:gd name="connsiteY87" fmla="*/ 332422 h 432917"/>
              <a:gd name="connsiteX88" fmla="*/ 424191 w 1684599"/>
              <a:gd name="connsiteY88" fmla="*/ 338902 h 432917"/>
              <a:gd name="connsiteX89" fmla="*/ 341019 w 1684599"/>
              <a:gd name="connsiteY89" fmla="*/ 150226 h 432917"/>
              <a:gd name="connsiteX90" fmla="*/ 262871 w 1684599"/>
              <a:gd name="connsiteY90" fmla="*/ 334133 h 432917"/>
              <a:gd name="connsiteX91" fmla="*/ 245285 w 1684599"/>
              <a:gd name="connsiteY91" fmla="*/ 327653 h 432917"/>
              <a:gd name="connsiteX92" fmla="*/ 1152640 w 1684599"/>
              <a:gd name="connsiteY92" fmla="*/ 94147 h 432917"/>
              <a:gd name="connsiteX93" fmla="*/ 1317530 w 1684599"/>
              <a:gd name="connsiteY93" fmla="*/ 94147 h 432917"/>
              <a:gd name="connsiteX94" fmla="*/ 1317530 w 1684599"/>
              <a:gd name="connsiteY94" fmla="*/ 133948 h 432917"/>
              <a:gd name="connsiteX95" fmla="*/ 1256176 w 1684599"/>
              <a:gd name="connsiteY95" fmla="*/ 133948 h 432917"/>
              <a:gd name="connsiteX96" fmla="*/ 1256176 w 1684599"/>
              <a:gd name="connsiteY96" fmla="*/ 329514 h 432917"/>
              <a:gd name="connsiteX97" fmla="*/ 1214259 w 1684599"/>
              <a:gd name="connsiteY97" fmla="*/ 329514 h 432917"/>
              <a:gd name="connsiteX98" fmla="*/ 1214259 w 1684599"/>
              <a:gd name="connsiteY98" fmla="*/ 133948 h 432917"/>
              <a:gd name="connsiteX99" fmla="*/ 1152640 w 1684599"/>
              <a:gd name="connsiteY99" fmla="*/ 133948 h 432917"/>
              <a:gd name="connsiteX100" fmla="*/ 974396 w 1684599"/>
              <a:gd name="connsiteY100" fmla="*/ 94147 h 432917"/>
              <a:gd name="connsiteX101" fmla="*/ 1041568 w 1684599"/>
              <a:gd name="connsiteY101" fmla="*/ 94147 h 432917"/>
              <a:gd name="connsiteX102" fmla="*/ 1091418 w 1684599"/>
              <a:gd name="connsiteY102" fmla="*/ 97717 h 432917"/>
              <a:gd name="connsiteX103" fmla="*/ 1121302 w 1684599"/>
              <a:gd name="connsiteY103" fmla="*/ 120725 h 432917"/>
              <a:gd name="connsiteX104" fmla="*/ 1133335 w 1684599"/>
              <a:gd name="connsiteY104" fmla="*/ 166608 h 432917"/>
              <a:gd name="connsiteX105" fmla="*/ 1126459 w 1684599"/>
              <a:gd name="connsiteY105" fmla="*/ 203103 h 432917"/>
              <a:gd name="connsiteX106" fmla="*/ 1108872 w 1684599"/>
              <a:gd name="connsiteY106" fmla="*/ 226243 h 432917"/>
              <a:gd name="connsiteX107" fmla="*/ 1087187 w 1684599"/>
              <a:gd name="connsiteY107" fmla="*/ 237350 h 432917"/>
              <a:gd name="connsiteX108" fmla="*/ 1043684 w 1684599"/>
              <a:gd name="connsiteY108" fmla="*/ 240656 h 432917"/>
              <a:gd name="connsiteX109" fmla="*/ 1016312 w 1684599"/>
              <a:gd name="connsiteY109" fmla="*/ 240656 h 432917"/>
              <a:gd name="connsiteX110" fmla="*/ 1016312 w 1684599"/>
              <a:gd name="connsiteY110" fmla="*/ 329382 h 432917"/>
              <a:gd name="connsiteX111" fmla="*/ 974396 w 1684599"/>
              <a:gd name="connsiteY111" fmla="*/ 329382 h 432917"/>
              <a:gd name="connsiteX112" fmla="*/ 781077 w 1684599"/>
              <a:gd name="connsiteY112" fmla="*/ 94147 h 432917"/>
              <a:gd name="connsiteX113" fmla="*/ 848249 w 1684599"/>
              <a:gd name="connsiteY113" fmla="*/ 94147 h 432917"/>
              <a:gd name="connsiteX114" fmla="*/ 898099 w 1684599"/>
              <a:gd name="connsiteY114" fmla="*/ 97717 h 432917"/>
              <a:gd name="connsiteX115" fmla="*/ 927983 w 1684599"/>
              <a:gd name="connsiteY115" fmla="*/ 120725 h 432917"/>
              <a:gd name="connsiteX116" fmla="*/ 940016 w 1684599"/>
              <a:gd name="connsiteY116" fmla="*/ 166608 h 432917"/>
              <a:gd name="connsiteX117" fmla="*/ 933140 w 1684599"/>
              <a:gd name="connsiteY117" fmla="*/ 203103 h 432917"/>
              <a:gd name="connsiteX118" fmla="*/ 915554 w 1684599"/>
              <a:gd name="connsiteY118" fmla="*/ 226243 h 432917"/>
              <a:gd name="connsiteX119" fmla="*/ 893868 w 1684599"/>
              <a:gd name="connsiteY119" fmla="*/ 237350 h 432917"/>
              <a:gd name="connsiteX120" fmla="*/ 850365 w 1684599"/>
              <a:gd name="connsiteY120" fmla="*/ 240656 h 432917"/>
              <a:gd name="connsiteX121" fmla="*/ 822993 w 1684599"/>
              <a:gd name="connsiteY121" fmla="*/ 240656 h 432917"/>
              <a:gd name="connsiteX122" fmla="*/ 822993 w 1684599"/>
              <a:gd name="connsiteY122" fmla="*/ 329382 h 432917"/>
              <a:gd name="connsiteX123" fmla="*/ 781077 w 1684599"/>
              <a:gd name="connsiteY123" fmla="*/ 329382 h 432917"/>
              <a:gd name="connsiteX124" fmla="*/ 216459 w 1684599"/>
              <a:gd name="connsiteY124" fmla="*/ 18776 h 432917"/>
              <a:gd name="connsiteX125" fmla="*/ 18776 w 1684599"/>
              <a:gd name="connsiteY125" fmla="*/ 216458 h 432917"/>
              <a:gd name="connsiteX126" fmla="*/ 216459 w 1684599"/>
              <a:gd name="connsiteY126" fmla="*/ 414141 h 432917"/>
              <a:gd name="connsiteX127" fmla="*/ 1468140 w 1684599"/>
              <a:gd name="connsiteY127" fmla="*/ 414141 h 432917"/>
              <a:gd name="connsiteX128" fmla="*/ 1665823 w 1684599"/>
              <a:gd name="connsiteY128" fmla="*/ 216458 h 432917"/>
              <a:gd name="connsiteX129" fmla="*/ 1468140 w 1684599"/>
              <a:gd name="connsiteY129" fmla="*/ 18776 h 432917"/>
              <a:gd name="connsiteX130" fmla="*/ 216459 w 1684599"/>
              <a:gd name="connsiteY130" fmla="*/ 0 h 432917"/>
              <a:gd name="connsiteX131" fmla="*/ 1468140 w 1684599"/>
              <a:gd name="connsiteY131" fmla="*/ 0 h 432917"/>
              <a:gd name="connsiteX132" fmla="*/ 1684599 w 1684599"/>
              <a:gd name="connsiteY132" fmla="*/ 216458 h 432917"/>
              <a:gd name="connsiteX133" fmla="*/ 1468140 w 1684599"/>
              <a:gd name="connsiteY133" fmla="*/ 432917 h 432917"/>
              <a:gd name="connsiteX134" fmla="*/ 216459 w 1684599"/>
              <a:gd name="connsiteY134" fmla="*/ 432917 h 432917"/>
              <a:gd name="connsiteX135" fmla="*/ 0 w 1684599"/>
              <a:gd name="connsiteY135" fmla="*/ 216458 h 432917"/>
              <a:gd name="connsiteX136" fmla="*/ 216459 w 1684599"/>
              <a:gd name="connsiteY136" fmla="*/ 0 h 432917"/>
            </a:gdLst>
            <a:rect l="l" t="t" r="r" b="b"/>
            <a:pathLst>
              <a:path w="1684599" h="432917">
                <a:moveTo>
                  <a:pt x="1270457" y="318010"/>
                </a:moveTo>
                <a:lnTo>
                  <a:pt x="1282754" y="318010"/>
                </a:lnTo>
                <a:lnTo>
                  <a:pt x="1282754" y="328456"/>
                </a:lnTo>
                <a:lnTo>
                  <a:pt x="1270457" y="328456"/>
                </a:lnTo>
                <a:close/>
                <a:moveTo>
                  <a:pt x="1388670" y="282441"/>
                </a:moveTo>
                <a:cubicBezTo>
                  <a:pt x="1383381" y="282441"/>
                  <a:pt x="1379017" y="284027"/>
                  <a:pt x="1375712" y="287069"/>
                </a:cubicBezTo>
                <a:cubicBezTo>
                  <a:pt x="1372406" y="290242"/>
                  <a:pt x="1370819" y="294870"/>
                  <a:pt x="1370819" y="301217"/>
                </a:cubicBezTo>
                <a:cubicBezTo>
                  <a:pt x="1370819" y="307432"/>
                  <a:pt x="1372538" y="312060"/>
                  <a:pt x="1375844" y="315234"/>
                </a:cubicBezTo>
                <a:cubicBezTo>
                  <a:pt x="1379150" y="318407"/>
                  <a:pt x="1383513" y="319994"/>
                  <a:pt x="1388670" y="319994"/>
                </a:cubicBezTo>
                <a:cubicBezTo>
                  <a:pt x="1393827" y="319994"/>
                  <a:pt x="1398058" y="318407"/>
                  <a:pt x="1401364" y="315234"/>
                </a:cubicBezTo>
                <a:cubicBezTo>
                  <a:pt x="1404670" y="312060"/>
                  <a:pt x="1406389" y="307300"/>
                  <a:pt x="1406389" y="300953"/>
                </a:cubicBezTo>
                <a:cubicBezTo>
                  <a:pt x="1406389" y="294738"/>
                  <a:pt x="1404802" y="289978"/>
                  <a:pt x="1401496" y="286937"/>
                </a:cubicBezTo>
                <a:cubicBezTo>
                  <a:pt x="1398191" y="283895"/>
                  <a:pt x="1393959" y="282441"/>
                  <a:pt x="1388670" y="282441"/>
                </a:cubicBezTo>
                <a:close/>
                <a:moveTo>
                  <a:pt x="1425033" y="273846"/>
                </a:moveTo>
                <a:lnTo>
                  <a:pt x="1444339" y="273846"/>
                </a:lnTo>
                <a:lnTo>
                  <a:pt x="1455975" y="311134"/>
                </a:lnTo>
                <a:lnTo>
                  <a:pt x="1467479" y="273846"/>
                </a:lnTo>
                <a:lnTo>
                  <a:pt x="1486916" y="273846"/>
                </a:lnTo>
                <a:lnTo>
                  <a:pt x="1486916" y="328456"/>
                </a:lnTo>
                <a:lnTo>
                  <a:pt x="1474883" y="328456"/>
                </a:lnTo>
                <a:lnTo>
                  <a:pt x="1474883" y="285482"/>
                </a:lnTo>
                <a:lnTo>
                  <a:pt x="1462190" y="328456"/>
                </a:lnTo>
                <a:lnTo>
                  <a:pt x="1449760" y="328456"/>
                </a:lnTo>
                <a:lnTo>
                  <a:pt x="1437066" y="285482"/>
                </a:lnTo>
                <a:lnTo>
                  <a:pt x="1437066" y="328456"/>
                </a:lnTo>
                <a:lnTo>
                  <a:pt x="1425033" y="328456"/>
                </a:lnTo>
                <a:close/>
                <a:moveTo>
                  <a:pt x="1388538" y="272920"/>
                </a:moveTo>
                <a:cubicBezTo>
                  <a:pt x="1397926" y="272920"/>
                  <a:pt x="1405595" y="275433"/>
                  <a:pt x="1411149" y="280457"/>
                </a:cubicBezTo>
                <a:cubicBezTo>
                  <a:pt x="1416835" y="285482"/>
                  <a:pt x="1419612" y="292358"/>
                  <a:pt x="1419612" y="301217"/>
                </a:cubicBezTo>
                <a:cubicBezTo>
                  <a:pt x="1419612" y="310077"/>
                  <a:pt x="1416835" y="316953"/>
                  <a:pt x="1411149" y="321845"/>
                </a:cubicBezTo>
                <a:cubicBezTo>
                  <a:pt x="1405463" y="326870"/>
                  <a:pt x="1398058" y="329250"/>
                  <a:pt x="1388538" y="329250"/>
                </a:cubicBezTo>
                <a:cubicBezTo>
                  <a:pt x="1379017" y="329250"/>
                  <a:pt x="1371480" y="326738"/>
                  <a:pt x="1365795" y="321845"/>
                </a:cubicBezTo>
                <a:cubicBezTo>
                  <a:pt x="1360109" y="316953"/>
                  <a:pt x="1357332" y="310077"/>
                  <a:pt x="1357332" y="301350"/>
                </a:cubicBezTo>
                <a:cubicBezTo>
                  <a:pt x="1357332" y="295796"/>
                  <a:pt x="1358257" y="291168"/>
                  <a:pt x="1360241" y="287333"/>
                </a:cubicBezTo>
                <a:cubicBezTo>
                  <a:pt x="1361695" y="284556"/>
                  <a:pt x="1363679" y="282044"/>
                  <a:pt x="1366191" y="279796"/>
                </a:cubicBezTo>
                <a:cubicBezTo>
                  <a:pt x="1368703" y="277548"/>
                  <a:pt x="1371480" y="275962"/>
                  <a:pt x="1374522" y="274904"/>
                </a:cubicBezTo>
                <a:cubicBezTo>
                  <a:pt x="1378621" y="273714"/>
                  <a:pt x="1383249" y="272920"/>
                  <a:pt x="1388538" y="272920"/>
                </a:cubicBezTo>
                <a:close/>
                <a:moveTo>
                  <a:pt x="1322688" y="272920"/>
                </a:moveTo>
                <a:cubicBezTo>
                  <a:pt x="1330489" y="272920"/>
                  <a:pt x="1336836" y="274904"/>
                  <a:pt x="1341729" y="278871"/>
                </a:cubicBezTo>
                <a:cubicBezTo>
                  <a:pt x="1344638" y="281251"/>
                  <a:pt x="1346886" y="284556"/>
                  <a:pt x="1348340" y="288920"/>
                </a:cubicBezTo>
                <a:lnTo>
                  <a:pt x="1335514" y="291565"/>
                </a:lnTo>
                <a:cubicBezTo>
                  <a:pt x="1334721" y="288788"/>
                  <a:pt x="1333134" y="286540"/>
                  <a:pt x="1330754" y="284821"/>
                </a:cubicBezTo>
                <a:cubicBezTo>
                  <a:pt x="1328374" y="283234"/>
                  <a:pt x="1325465" y="282309"/>
                  <a:pt x="1322027" y="282309"/>
                </a:cubicBezTo>
                <a:cubicBezTo>
                  <a:pt x="1317266" y="282309"/>
                  <a:pt x="1313432" y="283763"/>
                  <a:pt x="1310523" y="286672"/>
                </a:cubicBezTo>
                <a:cubicBezTo>
                  <a:pt x="1307614" y="289581"/>
                  <a:pt x="1306027" y="294341"/>
                  <a:pt x="1306027" y="300821"/>
                </a:cubicBezTo>
                <a:cubicBezTo>
                  <a:pt x="1306027" y="307697"/>
                  <a:pt x="1307481" y="312589"/>
                  <a:pt x="1310390" y="315630"/>
                </a:cubicBezTo>
                <a:cubicBezTo>
                  <a:pt x="1313299" y="318539"/>
                  <a:pt x="1317134" y="319994"/>
                  <a:pt x="1321762" y="319994"/>
                </a:cubicBezTo>
                <a:cubicBezTo>
                  <a:pt x="1325200" y="319994"/>
                  <a:pt x="1328109" y="319068"/>
                  <a:pt x="1330622" y="317217"/>
                </a:cubicBezTo>
                <a:cubicBezTo>
                  <a:pt x="1333134" y="315366"/>
                  <a:pt x="1334853" y="312457"/>
                  <a:pt x="1335911" y="308490"/>
                </a:cubicBezTo>
                <a:lnTo>
                  <a:pt x="1348472" y="311928"/>
                </a:lnTo>
                <a:cubicBezTo>
                  <a:pt x="1346489" y="317878"/>
                  <a:pt x="1343316" y="322374"/>
                  <a:pt x="1338820" y="325151"/>
                </a:cubicBezTo>
                <a:cubicBezTo>
                  <a:pt x="1334324" y="328060"/>
                  <a:pt x="1328638" y="329514"/>
                  <a:pt x="1321762" y="329514"/>
                </a:cubicBezTo>
                <a:cubicBezTo>
                  <a:pt x="1313299" y="329514"/>
                  <a:pt x="1306291" y="327002"/>
                  <a:pt x="1300738" y="322109"/>
                </a:cubicBezTo>
                <a:cubicBezTo>
                  <a:pt x="1295316" y="317217"/>
                  <a:pt x="1292540" y="310341"/>
                  <a:pt x="1292540" y="301746"/>
                </a:cubicBezTo>
                <a:cubicBezTo>
                  <a:pt x="1292540" y="292622"/>
                  <a:pt x="1295316" y="285614"/>
                  <a:pt x="1300738" y="280590"/>
                </a:cubicBezTo>
                <a:cubicBezTo>
                  <a:pt x="1306159" y="275565"/>
                  <a:pt x="1313696" y="272920"/>
                  <a:pt x="1322688" y="272920"/>
                </a:cubicBezTo>
                <a:close/>
                <a:moveTo>
                  <a:pt x="1016180" y="134080"/>
                </a:moveTo>
                <a:lnTo>
                  <a:pt x="1016180" y="200723"/>
                </a:lnTo>
                <a:lnTo>
                  <a:pt x="1039055" y="200723"/>
                </a:lnTo>
                <a:cubicBezTo>
                  <a:pt x="1055584" y="200723"/>
                  <a:pt x="1066559" y="199533"/>
                  <a:pt x="1072113" y="197021"/>
                </a:cubicBezTo>
                <a:cubicBezTo>
                  <a:pt x="1077666" y="194508"/>
                  <a:pt x="1082030" y="190674"/>
                  <a:pt x="1085203" y="185517"/>
                </a:cubicBezTo>
                <a:cubicBezTo>
                  <a:pt x="1088377" y="180228"/>
                  <a:pt x="1089964" y="174145"/>
                  <a:pt x="1089964" y="167269"/>
                </a:cubicBezTo>
                <a:cubicBezTo>
                  <a:pt x="1089964" y="158674"/>
                  <a:pt x="1087716" y="151666"/>
                  <a:pt x="1083352" y="146113"/>
                </a:cubicBezTo>
                <a:cubicBezTo>
                  <a:pt x="1078856" y="140559"/>
                  <a:pt x="1073303" y="137121"/>
                  <a:pt x="1066559" y="135667"/>
                </a:cubicBezTo>
                <a:cubicBezTo>
                  <a:pt x="1061534" y="134609"/>
                  <a:pt x="1051485" y="134080"/>
                  <a:pt x="1036411" y="134080"/>
                </a:cubicBezTo>
                <a:close/>
                <a:moveTo>
                  <a:pt x="822993" y="134080"/>
                </a:moveTo>
                <a:lnTo>
                  <a:pt x="822993" y="200723"/>
                </a:lnTo>
                <a:lnTo>
                  <a:pt x="845869" y="200723"/>
                </a:lnTo>
                <a:cubicBezTo>
                  <a:pt x="862398" y="200723"/>
                  <a:pt x="873373" y="199533"/>
                  <a:pt x="878926" y="197021"/>
                </a:cubicBezTo>
                <a:cubicBezTo>
                  <a:pt x="884480" y="194508"/>
                  <a:pt x="888843" y="190674"/>
                  <a:pt x="892017" y="185517"/>
                </a:cubicBezTo>
                <a:cubicBezTo>
                  <a:pt x="895190" y="180228"/>
                  <a:pt x="896777" y="174145"/>
                  <a:pt x="896777" y="167269"/>
                </a:cubicBezTo>
                <a:cubicBezTo>
                  <a:pt x="896777" y="158674"/>
                  <a:pt x="894529" y="151666"/>
                  <a:pt x="890166" y="146113"/>
                </a:cubicBezTo>
                <a:cubicBezTo>
                  <a:pt x="885670" y="140559"/>
                  <a:pt x="880116" y="137121"/>
                  <a:pt x="873373" y="135667"/>
                </a:cubicBezTo>
                <a:cubicBezTo>
                  <a:pt x="868348" y="134609"/>
                  <a:pt x="858298" y="134080"/>
                  <a:pt x="843224" y="134080"/>
                </a:cubicBezTo>
                <a:close/>
                <a:moveTo>
                  <a:pt x="626501" y="103271"/>
                </a:moveTo>
                <a:lnTo>
                  <a:pt x="645278" y="103800"/>
                </a:lnTo>
                <a:lnTo>
                  <a:pt x="640121" y="319994"/>
                </a:lnTo>
                <a:lnTo>
                  <a:pt x="743524" y="319994"/>
                </a:lnTo>
                <a:lnTo>
                  <a:pt x="743524" y="338902"/>
                </a:lnTo>
                <a:lnTo>
                  <a:pt x="620948" y="338902"/>
                </a:lnTo>
                <a:close/>
                <a:moveTo>
                  <a:pt x="475496" y="103271"/>
                </a:moveTo>
                <a:lnTo>
                  <a:pt x="494272" y="103800"/>
                </a:lnTo>
                <a:lnTo>
                  <a:pt x="489644" y="319994"/>
                </a:lnTo>
                <a:lnTo>
                  <a:pt x="583527" y="319994"/>
                </a:lnTo>
                <a:lnTo>
                  <a:pt x="583527" y="338902"/>
                </a:lnTo>
                <a:lnTo>
                  <a:pt x="470339" y="338902"/>
                </a:lnTo>
                <a:close/>
                <a:moveTo>
                  <a:pt x="340754" y="103271"/>
                </a:moveTo>
                <a:lnTo>
                  <a:pt x="441645" y="332422"/>
                </a:lnTo>
                <a:lnTo>
                  <a:pt x="424191" y="338902"/>
                </a:lnTo>
                <a:lnTo>
                  <a:pt x="341019" y="150226"/>
                </a:lnTo>
                <a:lnTo>
                  <a:pt x="262871" y="334133"/>
                </a:lnTo>
                <a:lnTo>
                  <a:pt x="245285" y="327653"/>
                </a:lnTo>
                <a:close/>
                <a:moveTo>
                  <a:pt x="1152640" y="94147"/>
                </a:moveTo>
                <a:lnTo>
                  <a:pt x="1317530" y="94147"/>
                </a:lnTo>
                <a:lnTo>
                  <a:pt x="1317530" y="133948"/>
                </a:lnTo>
                <a:lnTo>
                  <a:pt x="1256176" y="133948"/>
                </a:lnTo>
                <a:lnTo>
                  <a:pt x="1256176" y="329514"/>
                </a:lnTo>
                <a:lnTo>
                  <a:pt x="1214259" y="329514"/>
                </a:lnTo>
                <a:lnTo>
                  <a:pt x="1214259" y="133948"/>
                </a:lnTo>
                <a:lnTo>
                  <a:pt x="1152640" y="133948"/>
                </a:lnTo>
                <a:close/>
                <a:moveTo>
                  <a:pt x="974396" y="94147"/>
                </a:moveTo>
                <a:lnTo>
                  <a:pt x="1041568" y="94147"/>
                </a:lnTo>
                <a:cubicBezTo>
                  <a:pt x="1067088" y="94147"/>
                  <a:pt x="1083617" y="95337"/>
                  <a:pt x="1091418" y="97717"/>
                </a:cubicBezTo>
                <a:cubicBezTo>
                  <a:pt x="1103319" y="101287"/>
                  <a:pt x="1113236" y="108956"/>
                  <a:pt x="1121302" y="120725"/>
                </a:cubicBezTo>
                <a:cubicBezTo>
                  <a:pt x="1129368" y="132493"/>
                  <a:pt x="1133335" y="147832"/>
                  <a:pt x="1133335" y="166608"/>
                </a:cubicBezTo>
                <a:cubicBezTo>
                  <a:pt x="1133335" y="181021"/>
                  <a:pt x="1131087" y="193186"/>
                  <a:pt x="1126459" y="203103"/>
                </a:cubicBezTo>
                <a:cubicBezTo>
                  <a:pt x="1121831" y="212888"/>
                  <a:pt x="1116013" y="220690"/>
                  <a:pt x="1108872" y="226243"/>
                </a:cubicBezTo>
                <a:cubicBezTo>
                  <a:pt x="1101732" y="231797"/>
                  <a:pt x="1094460" y="235631"/>
                  <a:pt x="1087187" y="237350"/>
                </a:cubicBezTo>
                <a:cubicBezTo>
                  <a:pt x="1077137" y="239598"/>
                  <a:pt x="1062725" y="240656"/>
                  <a:pt x="1043684" y="240656"/>
                </a:cubicBezTo>
                <a:lnTo>
                  <a:pt x="1016312" y="240656"/>
                </a:lnTo>
                <a:lnTo>
                  <a:pt x="1016312" y="329382"/>
                </a:lnTo>
                <a:lnTo>
                  <a:pt x="974396" y="329382"/>
                </a:lnTo>
                <a:close/>
                <a:moveTo>
                  <a:pt x="781077" y="94147"/>
                </a:moveTo>
                <a:lnTo>
                  <a:pt x="848249" y="94147"/>
                </a:lnTo>
                <a:cubicBezTo>
                  <a:pt x="873769" y="94147"/>
                  <a:pt x="890298" y="95337"/>
                  <a:pt x="898099" y="97717"/>
                </a:cubicBezTo>
                <a:cubicBezTo>
                  <a:pt x="910000" y="101287"/>
                  <a:pt x="919917" y="108956"/>
                  <a:pt x="927983" y="120725"/>
                </a:cubicBezTo>
                <a:cubicBezTo>
                  <a:pt x="936049" y="132493"/>
                  <a:pt x="940016" y="147832"/>
                  <a:pt x="940016" y="166608"/>
                </a:cubicBezTo>
                <a:cubicBezTo>
                  <a:pt x="940016" y="181021"/>
                  <a:pt x="937768" y="193186"/>
                  <a:pt x="933140" y="203103"/>
                </a:cubicBezTo>
                <a:cubicBezTo>
                  <a:pt x="928512" y="212888"/>
                  <a:pt x="922694" y="220690"/>
                  <a:pt x="915554" y="226243"/>
                </a:cubicBezTo>
                <a:cubicBezTo>
                  <a:pt x="908413" y="231797"/>
                  <a:pt x="901141" y="235631"/>
                  <a:pt x="893868" y="237350"/>
                </a:cubicBezTo>
                <a:cubicBezTo>
                  <a:pt x="883819" y="239598"/>
                  <a:pt x="869406" y="240656"/>
                  <a:pt x="850365" y="240656"/>
                </a:cubicBezTo>
                <a:lnTo>
                  <a:pt x="822993" y="240656"/>
                </a:lnTo>
                <a:lnTo>
                  <a:pt x="822993" y="329382"/>
                </a:lnTo>
                <a:lnTo>
                  <a:pt x="781077" y="329382"/>
                </a:lnTo>
                <a:close/>
                <a:moveTo>
                  <a:pt x="216459" y="18776"/>
                </a:moveTo>
                <a:cubicBezTo>
                  <a:pt x="107502" y="18776"/>
                  <a:pt x="18776" y="107502"/>
                  <a:pt x="18776" y="216458"/>
                </a:cubicBezTo>
                <a:cubicBezTo>
                  <a:pt x="18776" y="325415"/>
                  <a:pt x="107370" y="414141"/>
                  <a:pt x="216459" y="414141"/>
                </a:cubicBezTo>
                <a:lnTo>
                  <a:pt x="1468140" y="414141"/>
                </a:lnTo>
                <a:cubicBezTo>
                  <a:pt x="1577097" y="414141"/>
                  <a:pt x="1665823" y="325415"/>
                  <a:pt x="1665823" y="216458"/>
                </a:cubicBezTo>
                <a:cubicBezTo>
                  <a:pt x="1665823" y="107502"/>
                  <a:pt x="1577229" y="18776"/>
                  <a:pt x="1468140" y="18776"/>
                </a:cubicBezTo>
                <a:close/>
                <a:moveTo>
                  <a:pt x="216459" y="0"/>
                </a:moveTo>
                <a:lnTo>
                  <a:pt x="1468140" y="0"/>
                </a:lnTo>
                <a:cubicBezTo>
                  <a:pt x="1587543" y="0"/>
                  <a:pt x="1684599" y="97056"/>
                  <a:pt x="1684599" y="216458"/>
                </a:cubicBezTo>
                <a:cubicBezTo>
                  <a:pt x="1684599" y="335861"/>
                  <a:pt x="1587543" y="432917"/>
                  <a:pt x="1468140" y="432917"/>
                </a:cubicBezTo>
                <a:lnTo>
                  <a:pt x="216459" y="432917"/>
                </a:lnTo>
                <a:cubicBezTo>
                  <a:pt x="97056" y="432917"/>
                  <a:pt x="0" y="335861"/>
                  <a:pt x="0" y="216458"/>
                </a:cubicBezTo>
                <a:cubicBezTo>
                  <a:pt x="0" y="97056"/>
                  <a:pt x="97056" y="0"/>
                  <a:pt x="216459" y="0"/>
                </a:cubicBezTo>
                <a:close/>
              </a:path>
            </a:pathLst>
          </a:custGeom>
          <a:solidFill xmlns:a="http://schemas.openxmlformats.org/drawingml/2006/main">
            <a:schemeClr val="bg1"/>
          </a:solidFill>
          <a:ln xmlns:a="http://schemas.openxmlformats.org/drawingml/2006/main" w="9525">
            <a:noFill/>
            <a:prstDash val="solid"/>
          </a:ln>
        </p:spPr>
        <p:txBody>
          <a:bodyPr xmlns:a="http://schemas.openxmlformats.org/drawingml/2006/main" wrap="square" anchor="ctr">
            <a:noAutofit/>
          </a:bodyPr>
          <a:lstStyle xmlns:a="http://schemas.openxmlformats.org/drawingml/2006/main"/>
          <a:p xmlns:a="http://schemas.openxmlformats.org/drawingml/2006/main">
            <a:pPr algn="r">
              <a:buNone/>
            </a:pPr>
            <a:r>
              <a:t/>
            </a:r>
            <a:endParaRPr>
              <a:solidFill>
                <a:schemeClr val="bg1"/>
              </a:solidFill>
            </a:endParaRPr>
          </a:p>
        </p:txBody>
      </p:sp>
      <p:sp>
        <p:nvSpPr>
          <p:cNvPr id="37" name="">
            <a:extLst xmlns:a="http://schemas.openxmlformats.org/drawingml/2006/main">
              <a:ext uri="{FF2B5EF4-FFF2-40B4-BE49-F238E27FC236}">
                <a16:creationId xmlns:a16="http://schemas.microsoft.com/office/drawing/2014/main" id="{A7FEABF0-F052-4E14-A641-2058CA6B55C8}"/>
              </a:ext>
            </a:extLst>
          </p:cNvPr>
          <p:cNvSpPr>
            <a:spLocks xmlns:a="http://schemas.openxmlformats.org/drawingml/2006/main" noGrp="1"/>
          </p:cNvSpPr>
          <p:nvPr/>
        </p:nvSpPr>
        <p:spPr>
          <a:xfrm xmlns:a="http://schemas.openxmlformats.org/drawingml/2006/main">
            <a:off x="685800" y="314325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3375" b="0">
                <a:solidFill>
                  <a:srgbClr val="FFFFFF"/>
                </a:solidFill>
                <a:latin typeface="Arial"/>
                <a:ea typeface="Arial"/>
                <a:cs typeface="Arial"/>
              </a:defRPr>
            </a:pPr>
            <a:r>
              <a:rPr sz="3375" b="0">
                <a:solidFill>
                  <a:srgbClr val="FFFFFF"/>
                </a:solidFill>
                <a:latin typeface="Arial"/>
                <a:ea typeface="Arial"/>
                <a:cs typeface="Arial"/>
              </a:rPr>
              <a:t>Pengembangan Situs Web I</a:t>
            </a:r>
          </a:p>
        </p:txBody>
      </p:sp>
      <p:sp>
        <p:nvSpPr>
          <p:cNvPr id="38" name="">
            <a:extLst xmlns:a="http://schemas.openxmlformats.org/drawingml/2006/main">
              <a:ext uri="{FF2B5EF4-FFF2-40B4-BE49-F238E27FC236}">
                <a16:creationId xmlns:a16="http://schemas.microsoft.com/office/drawing/2014/main" id="{12BEF548-B958-49B0-9413-1BDFD6959C73}"/>
              </a:ext>
            </a:extLst>
          </p:cNvPr>
          <p:cNvSpPr>
            <a:spLocks xmlns:a="http://schemas.openxmlformats.org/drawingml/2006/main" noGrp="1"/>
          </p:cNvSpPr>
          <p:nvPr/>
        </p:nvSpPr>
        <p:spPr>
          <a:xfrm xmlns:a="http://schemas.openxmlformats.org/drawingml/2006/main">
            <a:off x="685800" y="38576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100" b="1">
                <a:solidFill>
                  <a:srgbClr val="77DBE1"/>
                </a:solidFill>
                <a:latin typeface="Arial"/>
                <a:ea typeface="Arial"/>
                <a:cs typeface="Arial"/>
              </a:defRPr>
            </a:pPr>
            <a:r>
              <a:rPr sz="2100" b="1">
                <a:solidFill>
                  <a:srgbClr val="77DBE1"/>
                </a:solidFill>
                <a:latin typeface="Arial"/>
                <a:ea typeface="Arial"/>
                <a:cs typeface="Arial"/>
              </a:rPr>
              <a:t>Pertemuan 5</a:t>
            </a:r>
          </a:p>
        </p:txBody>
      </p:sp>
      <p:sp>
        <p:nvSpPr>
          <p:cNvPr id="39" name="">
            <a:extLst xmlns:a="http://schemas.openxmlformats.org/drawingml/2006/main">
              <a:ext uri="{FF2B5EF4-FFF2-40B4-BE49-F238E27FC236}">
                <a16:creationId xmlns:a16="http://schemas.microsoft.com/office/drawing/2014/main" id="{280F8B80-FDD0-4041-BC5A-C920DD4DEB96}"/>
              </a:ext>
            </a:extLst>
          </p:cNvPr>
          <p:cNvSpPr>
            <a:spLocks xmlns:a="http://schemas.openxmlformats.org/drawingml/2006/main" noGrp="1"/>
          </p:cNvSpPr>
          <p:nvPr/>
        </p:nvSpPr>
        <p:spPr>
          <a:xfrm xmlns:a="http://schemas.openxmlformats.org/drawingml/2006/main">
            <a:off x="685800" y="4429125"/>
            <a:ext cx="685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Tata Letak Modern: Normal Flow, Flexbox, dan CSS Grid</a:t>
            </a:r>
          </a:p>
        </p:txBody>
      </p:sp>
      <p:sp>
        <p:nvSpPr>
          <p:cNvPr id="40" name="">
            <a:extLst xmlns:a="http://schemas.openxmlformats.org/drawingml/2006/main">
              <a:ext uri="{FF2B5EF4-FFF2-40B4-BE49-F238E27FC236}">
                <a16:creationId xmlns:a16="http://schemas.microsoft.com/office/drawing/2014/main" id="{EF467337-7FB1-453B-9754-ACF7F0A36A79}"/>
              </a:ext>
            </a:extLst>
          </p:cNvPr>
          <p:cNvSpPr>
            <a:spLocks xmlns:a="http://schemas.openxmlformats.org/drawingml/2006/main" noGrp="1"/>
          </p:cNvSpPr>
          <p:nvPr/>
        </p:nvSpPr>
        <p:spPr>
          <a:xfrm xmlns:a="http://schemas.openxmlformats.org/drawingml/2006/main">
            <a:off x="685800" y="54292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FFFFFF"/>
                </a:solidFill>
                <a:latin typeface="Arial"/>
                <a:ea typeface="Arial"/>
                <a:cs typeface="Arial"/>
              </a:defRPr>
            </a:pPr>
            <a:r>
              <a:rPr sz="1200" b="0">
                <a:solidFill>
                  <a:srgbClr val="FFFFFF"/>
                </a:solidFill>
                <a:latin typeface="Arial"/>
                <a:ea typeface="Arial"/>
                <a:cs typeface="Arial"/>
              </a:rPr>
              <a:t>4141103 · D4 Teknologi Rekayasa Perangkat Lunak</a:t>
            </a:r>
          </a:p>
        </p:txBody>
      </p:sp>
    </p:spTree>
    <p:extLst>
      <p:ext uri="{BB962C8B-B14F-4D97-AF65-F5344CB8AC3E}">
        <p14:creationId xmlns:p14="http://schemas.microsoft.com/office/powerpoint/2010/main" val="35130719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67793ED2-79DD-44EB-9EAF-19B6AADADDC6}"/>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Tujuan kegiatan</a:t>
            </a:r>
          </a:p>
        </p:txBody>
      </p:sp>
      <p:sp>
        <p:nvSpPr>
          <p:cNvPr id="2" name="">
            <a:extLst xmlns:a="http://schemas.openxmlformats.org/drawingml/2006/main">
              <a:ext uri="{FF2B5EF4-FFF2-40B4-BE49-F238E27FC236}">
                <a16:creationId xmlns:a16="http://schemas.microsoft.com/office/drawing/2014/main" id="{6CC8DDCF-44D9-4333-8927-BA8E82EED0A5}"/>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Menjelaskan normal flow dan memilih Flexbox atau Grid sesuai kebutuhan.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Menyusun navigasi serta card dengan Flexbox.</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Membuat grid responsif dan pola class yang dapat dipakai ulang.</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Menguji tata letak dengan konten panjang dan viewport berbeda.</a:t>
            </a:r>
          </a:p>
        </p:txBody>
      </p:sp>
    </p:spTree>
    <p:extLst>
      <p:ext uri="{BB962C8B-B14F-4D97-AF65-F5344CB8AC3E}">
        <p14:creationId xmlns:p14="http://schemas.microsoft.com/office/powerpoint/2010/main" val="31488225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C397E2D-C153-4737-9C9B-EB0FE88872E9}"/>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Struktur pembelajaran</a:t>
            </a:r>
          </a:p>
        </p:txBody>
      </p:sp>
      <p:sp>
        <p:nvSpPr>
          <p:cNvPr id="2" name="">
            <a:extLst xmlns:a="http://schemas.openxmlformats.org/drawingml/2006/main">
              <a:ext uri="{FF2B5EF4-FFF2-40B4-BE49-F238E27FC236}">
                <a16:creationId xmlns:a16="http://schemas.microsoft.com/office/drawing/2014/main" id="{1F709811-0E6D-47EB-8FF0-F765D86CAE37}"/>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Normal flow dan display</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Flex container dan flex item</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Main axis dan cross axis</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Wrap, gap, dan konten panjang</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Grow, shrink, dan basis</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Grid untuk baris dan kolom</a:t>
            </a:r>
          </a:p>
        </p:txBody>
      </p:sp>
    </p:spTree>
    <p:extLst>
      <p:ext uri="{BB962C8B-B14F-4D97-AF65-F5344CB8AC3E}">
        <p14:creationId xmlns:p14="http://schemas.microsoft.com/office/powerpoint/2010/main" val="36009849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504667DF-94B9-4F73-BD8B-40FF20B01F9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Normal flow dan display</a:t>
            </a:r>
          </a:p>
        </p:txBody>
      </p:sp>
      <p:sp>
        <p:nvSpPr>
          <p:cNvPr id="2" name="">
            <a:extLst xmlns:a="http://schemas.openxmlformats.org/drawingml/2006/main">
              <a:ext uri="{FF2B5EF4-FFF2-40B4-BE49-F238E27FC236}">
                <a16:creationId xmlns:a16="http://schemas.microsoft.com/office/drawing/2014/main" id="{0EAB050F-EF64-4CF5-8315-E531B6723E60}"/>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Normal flow adalah penempatan elemen sebelum pengaturan tata letak khusus</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Elemen block biasanya memulai baris baru; elemen inline mengikuti alur teks</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display mengubah cara sebuah elemen berpartisipasi dalam layout</a:t>
            </a:r>
          </a:p>
        </p:txBody>
      </p:sp>
    </p:spTree>
    <p:extLst>
      <p:ext uri="{BB962C8B-B14F-4D97-AF65-F5344CB8AC3E}">
        <p14:creationId xmlns:p14="http://schemas.microsoft.com/office/powerpoint/2010/main" val="36350641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552B7FF-E2C4-4D44-ACA9-05FF95717FD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Normal flow dan display</a:t>
            </a:r>
          </a:p>
        </p:txBody>
      </p:sp>
      <p:sp>
        <p:nvSpPr>
          <p:cNvPr id="2" name="">
            <a:extLst xmlns:a="http://schemas.openxmlformats.org/drawingml/2006/main">
              <a:ext uri="{FF2B5EF4-FFF2-40B4-BE49-F238E27FC236}">
                <a16:creationId xmlns:a16="http://schemas.microsoft.com/office/drawing/2014/main" id="{3562EF40-6150-436A-BE9F-BF02523C8BB4}"/>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h2, p { margin-block: 0 1rem;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.tag { display: inline-block; padding: 0.25rem; }</a:t>
            </a:r>
          </a:p>
        </p:txBody>
      </p:sp>
    </p:spTree>
    <p:extLst>
      <p:ext uri="{BB962C8B-B14F-4D97-AF65-F5344CB8AC3E}">
        <p14:creationId xmlns:p14="http://schemas.microsoft.com/office/powerpoint/2010/main" val="11983836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1E4CCFD-E7D0-4FC3-8896-1E3FCC1A58D3}"/>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Flex container dan flex item</a:t>
            </a:r>
          </a:p>
        </p:txBody>
      </p:sp>
      <p:sp>
        <p:nvSpPr>
          <p:cNvPr id="2" name="">
            <a:extLst xmlns:a="http://schemas.openxmlformats.org/drawingml/2006/main">
              <a:ext uri="{FF2B5EF4-FFF2-40B4-BE49-F238E27FC236}">
                <a16:creationId xmlns:a16="http://schemas.microsoft.com/office/drawing/2014/main" id="{90FA697A-2856-4468-B4BA-50542C0BCA7E}"/>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display flex mengaktifkan Flexbox pada container</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Anak langsung menjadi flex item; cucu tidak otomatis menjadi flex item container tersebut</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Flexbox terutama membantu penyusunan pada satu sumbu dengan pengaturan distribusi ruang dan alignment</a:t>
            </a:r>
          </a:p>
        </p:txBody>
      </p:sp>
    </p:spTree>
    <p:extLst>
      <p:ext uri="{BB962C8B-B14F-4D97-AF65-F5344CB8AC3E}">
        <p14:creationId xmlns:p14="http://schemas.microsoft.com/office/powerpoint/2010/main" val="6089935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4462268-F4F1-44F1-A0FA-B3B375F6469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Flex container dan flex item</a:t>
            </a:r>
          </a:p>
        </p:txBody>
      </p:sp>
      <p:sp>
        <p:nvSpPr>
          <p:cNvPr id="2" name="">
            <a:extLst xmlns:a="http://schemas.openxmlformats.org/drawingml/2006/main">
              <a:ext uri="{FF2B5EF4-FFF2-40B4-BE49-F238E27FC236}">
                <a16:creationId xmlns:a16="http://schemas.microsoft.com/office/drawing/2014/main" id="{119DFB7F-4BB6-4C00-A3C6-D86B303B3775}"/>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.nav-list { display: flex; gap: 1rem; }</a:t>
            </a:r>
          </a:p>
        </p:txBody>
      </p:sp>
    </p:spTree>
    <p:extLst>
      <p:ext uri="{BB962C8B-B14F-4D97-AF65-F5344CB8AC3E}">
        <p14:creationId xmlns:p14="http://schemas.microsoft.com/office/powerpoint/2010/main" val="42012780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C97AC61-80BB-4344-B4CF-31A393CBB97B}"/>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Main axis dan cross axis</a:t>
            </a:r>
          </a:p>
        </p:txBody>
      </p:sp>
      <p:sp>
        <p:nvSpPr>
          <p:cNvPr id="2" name="">
            <a:extLst xmlns:a="http://schemas.openxmlformats.org/drawingml/2006/main">
              <a:ext uri="{FF2B5EF4-FFF2-40B4-BE49-F238E27FC236}">
                <a16:creationId xmlns:a16="http://schemas.microsoft.com/office/drawing/2014/main" id="{4055687B-24B2-4F2B-B9A7-0AD5384B8F18}"/>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flex-direction menentukan sumbu utama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row mengikuti sumbu inline, sedangkan column mengikuti sumbu block</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justify-content mengatur item pada sumbu utama dan align-items pada sumbu silang</a:t>
            </a:r>
          </a:p>
        </p:txBody>
      </p:sp>
    </p:spTree>
    <p:extLst>
      <p:ext uri="{BB962C8B-B14F-4D97-AF65-F5344CB8AC3E}">
        <p14:creationId xmlns:p14="http://schemas.microsoft.com/office/powerpoint/2010/main" val="39400087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18E76814-75C2-40DA-98A8-2959D87C681F}"/>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Main axis dan cross axis</a:t>
            </a:r>
          </a:p>
        </p:txBody>
      </p:sp>
      <p:sp>
        <p:nvSpPr>
          <p:cNvPr id="2" name="">
            <a:extLst xmlns:a="http://schemas.openxmlformats.org/drawingml/2006/main">
              <a:ext uri="{FF2B5EF4-FFF2-40B4-BE49-F238E27FC236}">
                <a16:creationId xmlns:a16="http://schemas.microsoft.com/office/drawing/2014/main" id="{0574180A-AA3C-405D-B3DA-AA6FD5FBF92F}"/>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.toolbar { display: flex; justify-content: space-between;</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align-items: center; gap: 1rem; }</a:t>
            </a:r>
          </a:p>
        </p:txBody>
      </p:sp>
    </p:spTree>
    <p:extLst>
      <p:ext uri="{BB962C8B-B14F-4D97-AF65-F5344CB8AC3E}">
        <p14:creationId xmlns:p14="http://schemas.microsoft.com/office/powerpoint/2010/main" val="11983836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75A82C2-4546-4FED-885D-D4A4E5F43AD2}"/>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Wrap, gap, dan konten panjang</a:t>
            </a:r>
          </a:p>
        </p:txBody>
      </p:sp>
      <p:sp>
        <p:nvSpPr>
          <p:cNvPr id="2" name="">
            <a:extLst xmlns:a="http://schemas.openxmlformats.org/drawingml/2006/main">
              <a:ext uri="{FF2B5EF4-FFF2-40B4-BE49-F238E27FC236}">
                <a16:creationId xmlns:a16="http://schemas.microsoft.com/office/drawing/2014/main" id="{82F145DB-EDFF-4C40-9485-AB7A4FA2B80D}"/>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flex-wrap memungkinkan item pindah ke baris lain ketika ruang tidak cukup</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gap memberi jarak antaritem tanpa menambahkan margin di tepi container</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Jangan memaksa navigasi selalu satu baris pada layar kecil</a:t>
            </a:r>
          </a:p>
        </p:txBody>
      </p:sp>
    </p:spTree>
    <p:extLst>
      <p:ext uri="{BB962C8B-B14F-4D97-AF65-F5344CB8AC3E}">
        <p14:creationId xmlns:p14="http://schemas.microsoft.com/office/powerpoint/2010/main" val="23456298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E819F1C-0FB6-4D9F-8969-6F55CB6DE24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Wrap, gap, dan konten panjang</a:t>
            </a:r>
          </a:p>
        </p:txBody>
      </p:sp>
      <p:sp>
        <p:nvSpPr>
          <p:cNvPr id="2" name="">
            <a:extLst xmlns:a="http://schemas.openxmlformats.org/drawingml/2006/main">
              <a:ext uri="{FF2B5EF4-FFF2-40B4-BE49-F238E27FC236}">
                <a16:creationId xmlns:a16="http://schemas.microsoft.com/office/drawing/2014/main" id="{E1D72C16-863B-4EA3-B449-4C2704549CED}"/>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.cards { display: flex; flex-wrap: wrap; gap: 1rem;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min-width: 0; overflow-wrap: anywhere; }</a:t>
            </a:r>
          </a:p>
        </p:txBody>
      </p:sp>
    </p:spTree>
    <p:extLst>
      <p:ext uri="{BB962C8B-B14F-4D97-AF65-F5344CB8AC3E}">
        <p14:creationId xmlns:p14="http://schemas.microsoft.com/office/powerpoint/2010/main" val="15470123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1D0FB66E-5908-44B3-A6FF-C8E05166372A}"/>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Grow, shrink, dan basis</a:t>
            </a:r>
          </a:p>
        </p:txBody>
      </p:sp>
      <p:sp>
        <p:nvSpPr>
          <p:cNvPr id="2" name="">
            <a:extLst xmlns:a="http://schemas.openxmlformats.org/drawingml/2006/main">
              <a:ext uri="{FF2B5EF4-FFF2-40B4-BE49-F238E27FC236}">
                <a16:creationId xmlns:a16="http://schemas.microsoft.com/office/drawing/2014/main" id="{6BF00E40-DEE8-4E71-BF4B-78FE2093574C}"/>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flex-basis menentukan ukuran dasar item pada sumbu utama sebelum distribusi ruang</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flex-grow menentukan bagian ruang tambahan, sedangkan flex-shrink menentukan penyusutan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flex 1 1 15rem berarti item dapat tumbuh dan menyusut dari basis 15rem</a:t>
            </a:r>
          </a:p>
        </p:txBody>
      </p:sp>
    </p:spTree>
    <p:extLst>
      <p:ext uri="{BB962C8B-B14F-4D97-AF65-F5344CB8AC3E}">
        <p14:creationId xmlns:p14="http://schemas.microsoft.com/office/powerpoint/2010/main" val="11983836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8914F66-1E7F-4EB8-B5B6-F253E67A905F}"/>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Grow, shrink, dan basis</a:t>
            </a:r>
          </a:p>
        </p:txBody>
      </p:sp>
      <p:sp>
        <p:nvSpPr>
          <p:cNvPr id="2" name="">
            <a:extLst xmlns:a="http://schemas.openxmlformats.org/drawingml/2006/main">
              <a:ext uri="{FF2B5EF4-FFF2-40B4-BE49-F238E27FC236}">
                <a16:creationId xmlns:a16="http://schemas.microsoft.com/office/drawing/2014/main" id="{748E542B-C440-4BE6-852F-5A3966C1EF2F}"/>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flex: 1 1 15rem; }</a:t>
            </a:r>
          </a:p>
        </p:txBody>
      </p:sp>
    </p:spTree>
    <p:extLst>
      <p:ext uri="{BB962C8B-B14F-4D97-AF65-F5344CB8AC3E}">
        <p14:creationId xmlns:p14="http://schemas.microsoft.com/office/powerpoint/2010/main" val="40052716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093068C-61B9-466C-B80E-D0CBCCB21823}"/>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Grid untuk baris dan kolom</a:t>
            </a:r>
          </a:p>
        </p:txBody>
      </p:sp>
      <p:sp>
        <p:nvSpPr>
          <p:cNvPr id="2" name="">
            <a:extLst xmlns:a="http://schemas.openxmlformats.org/drawingml/2006/main">
              <a:ext uri="{FF2B5EF4-FFF2-40B4-BE49-F238E27FC236}">
                <a16:creationId xmlns:a16="http://schemas.microsoft.com/office/drawing/2014/main" id="{66E587A5-8681-434F-8546-DC84621A70FE}"/>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Grid mengatur hubungan baris dan kolom</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display grid menjadikan anak langsung sebagai grid item</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grid-template-columns menentukan track kolom</a:t>
            </a:r>
          </a:p>
        </p:txBody>
      </p:sp>
    </p:spTree>
    <p:extLst>
      <p:ext uri="{BB962C8B-B14F-4D97-AF65-F5344CB8AC3E}">
        <p14:creationId xmlns:p14="http://schemas.microsoft.com/office/powerpoint/2010/main" val="4184600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463E00D-1754-485B-A8D1-D8A13E2ED851}"/>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Grid untuk baris dan kolom</a:t>
            </a:r>
          </a:p>
        </p:txBody>
      </p:sp>
      <p:sp>
        <p:nvSpPr>
          <p:cNvPr id="2" name="">
            <a:extLst xmlns:a="http://schemas.openxmlformats.org/drawingml/2006/main">
              <a:ext uri="{FF2B5EF4-FFF2-40B4-BE49-F238E27FC236}">
                <a16:creationId xmlns:a16="http://schemas.microsoft.com/office/drawing/2014/main" id="{7D33D104-1810-4FC4-B275-4292052B1FD8}"/>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.catalog { display: grid;</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grid-template-columns: 1fr 1fr; gap: 1rem; }</a:t>
            </a:r>
          </a:p>
        </p:txBody>
      </p:sp>
    </p:spTree>
    <p:extLst>
      <p:ext uri="{BB962C8B-B14F-4D97-AF65-F5344CB8AC3E}">
        <p14:creationId xmlns:p14="http://schemas.microsoft.com/office/powerpoint/2010/main" val="34231334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D987C1B-616B-47B1-8C62-7F213E196ECE}"/>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fr, repeat, dan minmax</a:t>
            </a:r>
          </a:p>
        </p:txBody>
      </p:sp>
      <p:sp>
        <p:nvSpPr>
          <p:cNvPr id="2" name="">
            <a:extLst xmlns:a="http://schemas.openxmlformats.org/drawingml/2006/main">
              <a:ext uri="{FF2B5EF4-FFF2-40B4-BE49-F238E27FC236}">
                <a16:creationId xmlns:a16="http://schemas.microsoft.com/office/drawing/2014/main" id="{21F8A538-4CE5-4DA3-A9F5-5365E5540F6D}"/>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fr membagi ruang fleksibel pada grid setelah kebutuhan lain dipertimbangkan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repeat menghindari pengulangan track; minmax menentukan rentang ukuran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Pola auto-fit dengan minmax dapat membuat jumlah kolom berubah sesuai ruang</a:t>
            </a:r>
          </a:p>
        </p:txBody>
      </p:sp>
    </p:spTree>
    <p:extLst>
      <p:ext uri="{BB962C8B-B14F-4D97-AF65-F5344CB8AC3E}">
        <p14:creationId xmlns:p14="http://schemas.microsoft.com/office/powerpoint/2010/main" val="31836517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EA67DA6-26A3-444A-8A9E-45B6ADCE0D3B}"/>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fr, repeat, dan minmax</a:t>
            </a:r>
          </a:p>
        </p:txBody>
      </p:sp>
      <p:sp>
        <p:nvSpPr>
          <p:cNvPr id="2" name="">
            <a:extLst xmlns:a="http://schemas.openxmlformats.org/drawingml/2006/main">
              <a:ext uri="{FF2B5EF4-FFF2-40B4-BE49-F238E27FC236}">
                <a16:creationId xmlns:a16="http://schemas.microsoft.com/office/drawing/2014/main" id="{8C6A883B-C519-4700-B79A-B5BAEBEE582B}"/>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.catalog { display: grid; gap: 1rem;</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grid-template-columns: repeat(auto-fit, minmax(min(100%, 15rem), 1fr));</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a:t>
            </a:r>
          </a:p>
        </p:txBody>
      </p:sp>
    </p:spTree>
    <p:extLst>
      <p:ext uri="{BB962C8B-B14F-4D97-AF65-F5344CB8AC3E}">
        <p14:creationId xmlns:p14="http://schemas.microsoft.com/office/powerpoint/2010/main" val="31488225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CC49C2F-2909-4D7B-9AD4-4A6239C198A7}"/>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Alignment dan stretch</a:t>
            </a:r>
          </a:p>
        </p:txBody>
      </p:sp>
      <p:sp>
        <p:nvSpPr>
          <p:cNvPr id="2" name="">
            <a:extLst xmlns:a="http://schemas.openxmlformats.org/drawingml/2006/main">
              <a:ext uri="{FF2B5EF4-FFF2-40B4-BE49-F238E27FC236}">
                <a16:creationId xmlns:a16="http://schemas.microsoft.com/office/drawing/2014/main" id="{301E9E83-ED87-41CA-BF37-B0C65BCBB2ED}"/>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justify-items mengatur alignment item dalam sel pada sumbu inline; align-items pada sumbu block</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justify-content dan align-content mengatur kumpulan track ketika ada ruang sisa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Nilai stretch dapat membuat item memenuhi ruang yang tersedia</a:t>
            </a:r>
          </a:p>
        </p:txBody>
      </p:sp>
    </p:spTree>
    <p:extLst>
      <p:ext uri="{BB962C8B-B14F-4D97-AF65-F5344CB8AC3E}">
        <p14:creationId xmlns:p14="http://schemas.microsoft.com/office/powerpoint/2010/main" val="3641219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E1433F0E-2317-4102-B2DB-D3F6165AE9A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Alignment dan stretch</a:t>
            </a:r>
          </a:p>
        </p:txBody>
      </p:sp>
      <p:sp>
        <p:nvSpPr>
          <p:cNvPr id="2" name="">
            <a:extLst xmlns:a="http://schemas.openxmlformats.org/drawingml/2006/main">
              <a:ext uri="{FF2B5EF4-FFF2-40B4-BE49-F238E27FC236}">
                <a16:creationId xmlns:a16="http://schemas.microsoft.com/office/drawing/2014/main" id="{64DE8804-DCF7-41BF-B2A0-AE236B62B283}"/>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.catalog { align-items: start;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display: flex; flex-direction: column;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a { align-self: start; }</a:t>
            </a:r>
          </a:p>
        </p:txBody>
      </p:sp>
    </p:spTree>
    <p:extLst>
      <p:ext uri="{BB962C8B-B14F-4D97-AF65-F5344CB8AC3E}">
        <p14:creationId xmlns:p14="http://schemas.microsoft.com/office/powerpoint/2010/main" val="35130719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66A346E3-AE9C-47A7-8468-06AFC92A7365}"/>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Grid placement dan urutan baca</a:t>
            </a:r>
          </a:p>
        </p:txBody>
      </p:sp>
      <p:sp>
        <p:nvSpPr>
          <p:cNvPr id="2" name="">
            <a:extLst xmlns:a="http://schemas.openxmlformats.org/drawingml/2006/main">
              <a:ext uri="{FF2B5EF4-FFF2-40B4-BE49-F238E27FC236}">
                <a16:creationId xmlns:a16="http://schemas.microsoft.com/office/drawing/2014/main" id="{0CBF23C8-BD30-4403-ADCB-13A83F188B0C}"/>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Item dapat ditempatkan menggunakan garis atau area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Kemudahan visual ini tidak mengubah urutan DOM bagi navigasi keyboard dan banyak teknologi bantu</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Jangan menyusun urutan visual yang bertentangan dengan urutan baca</a:t>
            </a:r>
          </a:p>
        </p:txBody>
      </p:sp>
    </p:spTree>
    <p:extLst>
      <p:ext uri="{BB962C8B-B14F-4D97-AF65-F5344CB8AC3E}">
        <p14:creationId xmlns:p14="http://schemas.microsoft.com/office/powerpoint/2010/main" val="314882250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494F697-21CB-4670-936B-DE4DCD9EF97B}"/>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Grid placement dan urutan baca</a:t>
            </a:r>
          </a:p>
        </p:txBody>
      </p:sp>
      <p:sp>
        <p:nvSpPr>
          <p:cNvPr id="2" name="">
            <a:extLst xmlns:a="http://schemas.openxmlformats.org/drawingml/2006/main">
              <a:ext uri="{FF2B5EF4-FFF2-40B4-BE49-F238E27FC236}">
                <a16:creationId xmlns:a16="http://schemas.microsoft.com/office/drawing/2014/main" id="{ECC0A78D-FDB5-4713-B153-9828AEAC7239}"/>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.layout { display: grid; grid-template-columns: 2fr 1fr;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struktur DOM tetap menentukan alur baca */</a:t>
            </a:r>
          </a:p>
        </p:txBody>
      </p:sp>
    </p:spTree>
    <p:extLst>
      <p:ext uri="{BB962C8B-B14F-4D97-AF65-F5344CB8AC3E}">
        <p14:creationId xmlns:p14="http://schemas.microsoft.com/office/powerpoint/2010/main" val="36009849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DC129DD-B97B-4074-AE68-E86166AE4D8A}"/>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Spacing system dan class komponen</a:t>
            </a:r>
          </a:p>
        </p:txBody>
      </p:sp>
      <p:sp>
        <p:nvSpPr>
          <p:cNvPr id="2" name="">
            <a:extLst xmlns:a="http://schemas.openxmlformats.org/drawingml/2006/main">
              <a:ext uri="{FF2B5EF4-FFF2-40B4-BE49-F238E27FC236}">
                <a16:creationId xmlns:a16="http://schemas.microsoft.com/office/drawing/2014/main" id="{64E637C8-7C05-4687-A8EE-C5CBB77F4B7F}"/>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Skala jarak yang terbatas membuat tampilan lebih konsisten, misalnya 0.5rem, 1rem, dan 1.5rem</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Class .card dipakai ulang pada semua card; .stack dapat mengatur jarak vertikal kelompok konten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Utility sederhana boleh dipakai jika perannya jelas</a:t>
            </a:r>
          </a:p>
        </p:txBody>
      </p:sp>
    </p:spTree>
    <p:extLst>
      <p:ext uri="{BB962C8B-B14F-4D97-AF65-F5344CB8AC3E}">
        <p14:creationId xmlns:p14="http://schemas.microsoft.com/office/powerpoint/2010/main" val="36350641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F1821FE-FB9C-4DBD-A853-66DB5419911B}"/>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Spacing system dan class komponen</a:t>
            </a:r>
          </a:p>
        </p:txBody>
      </p:sp>
      <p:sp>
        <p:nvSpPr>
          <p:cNvPr id="2" name="">
            <a:extLst xmlns:a="http://schemas.openxmlformats.org/drawingml/2006/main">
              <a:ext uri="{FF2B5EF4-FFF2-40B4-BE49-F238E27FC236}">
                <a16:creationId xmlns:a16="http://schemas.microsoft.com/office/drawing/2014/main" id="{A90A7617-0FBC-4B3B-9108-403FD61CA364}"/>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:root { --space-1: .5rem; --space-2: 1rem;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padding: var(--space-2);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.stack &gt; * + * { margin-top: var(--space-1); }</a:t>
            </a:r>
          </a:p>
        </p:txBody>
      </p:sp>
    </p:spTree>
    <p:extLst>
      <p:ext uri="{BB962C8B-B14F-4D97-AF65-F5344CB8AC3E}">
        <p14:creationId xmlns:p14="http://schemas.microsoft.com/office/powerpoint/2010/main" val="11983836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2270BD0-D1DF-48FD-937A-72B1DA5BDE6B}"/>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DevTools untuk Flexbox dan Grid</a:t>
            </a:r>
          </a:p>
        </p:txBody>
      </p:sp>
      <p:sp>
        <p:nvSpPr>
          <p:cNvPr id="2" name="">
            <a:extLst xmlns:a="http://schemas.openxmlformats.org/drawingml/2006/main">
              <a:ext uri="{FF2B5EF4-FFF2-40B4-BE49-F238E27FC236}">
                <a16:creationId xmlns:a16="http://schemas.microsoft.com/office/drawing/2014/main" id="{A578E78B-8BFE-49A4-86A7-B0A5AF567B84}"/>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Browser menyediakan penanda flex atau grid serta overlay pada panel Elements</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Overlay membantu melihat track, gap, dan ukuran item</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Gunakan untuk menjelaskan mengapa card berpindah baris atau ruang tambahan muncul</a:t>
            </a:r>
          </a:p>
        </p:txBody>
      </p:sp>
    </p:spTree>
    <p:extLst>
      <p:ext uri="{BB962C8B-B14F-4D97-AF65-F5344CB8AC3E}">
        <p14:creationId xmlns:p14="http://schemas.microsoft.com/office/powerpoint/2010/main" val="60899351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E65EE9D-6449-4B14-B9F1-53AD85C7FEBE}"/>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DevTools untuk Flexbox dan Grid</a:t>
            </a:r>
          </a:p>
        </p:txBody>
      </p:sp>
      <p:sp>
        <p:nvSpPr>
          <p:cNvPr id="2" name="">
            <a:extLst xmlns:a="http://schemas.openxmlformats.org/drawingml/2006/main">
              <a:ext uri="{FF2B5EF4-FFF2-40B4-BE49-F238E27FC236}">
                <a16:creationId xmlns:a16="http://schemas.microsoft.com/office/drawing/2014/main" id="{AE6696F9-4BE9-427C-8338-4F51533569F2}"/>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aktifkan overlay pada elemen ini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.catalog { display: grid; gap: 1rem; }</a:t>
            </a:r>
          </a:p>
        </p:txBody>
      </p:sp>
    </p:spTree>
    <p:extLst>
      <p:ext uri="{BB962C8B-B14F-4D97-AF65-F5344CB8AC3E}">
        <p14:creationId xmlns:p14="http://schemas.microsoft.com/office/powerpoint/2010/main" val="420127803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525EB188-31D0-4C4E-BACD-6357B52C9DE0}"/>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Pemilihan layout dan kasus batas</a:t>
            </a:r>
          </a:p>
        </p:txBody>
      </p:sp>
      <p:sp>
        <p:nvSpPr>
          <p:cNvPr id="2" name="">
            <a:extLst xmlns:a="http://schemas.openxmlformats.org/drawingml/2006/main">
              <a:ext uri="{FF2B5EF4-FFF2-40B4-BE49-F238E27FC236}">
                <a16:creationId xmlns:a16="http://schemas.microsoft.com/office/drawing/2014/main" id="{9D14ED42-3BF8-467C-9A8E-618596E88AB6}"/>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Navigasi satu arah umumnya cocok dengan Flexbox</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Katalog berbaris dan berkolom sering cocok dengan Grid</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Card dapat memakai Flexbox column untuk struktur internal</a:t>
            </a:r>
          </a:p>
        </p:txBody>
      </p:sp>
    </p:spTree>
    <p:extLst>
      <p:ext uri="{BB962C8B-B14F-4D97-AF65-F5344CB8AC3E}">
        <p14:creationId xmlns:p14="http://schemas.microsoft.com/office/powerpoint/2010/main" val="394000877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AB00F87-74FE-4FC1-8C92-B8A5A203B60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Pemilihan layout dan kasus batas</a:t>
            </a:r>
          </a:p>
        </p:txBody>
      </p:sp>
      <p:sp>
        <p:nvSpPr>
          <p:cNvPr id="2" name="">
            <a:extLst xmlns:a="http://schemas.openxmlformats.org/drawingml/2006/main">
              <a:ext uri="{FF2B5EF4-FFF2-40B4-BE49-F238E27FC236}">
                <a16:creationId xmlns:a16="http://schemas.microsoft.com/office/drawing/2014/main" id="{52B0A988-3A7B-4316-8E15-E48FA488214A}"/>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h2 { overflow-wrap: anywhere;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img { max-width: 100%; height: auto; }</a:t>
            </a:r>
          </a:p>
        </p:txBody>
      </p:sp>
    </p:spTree>
    <p:extLst>
      <p:ext uri="{BB962C8B-B14F-4D97-AF65-F5344CB8AC3E}">
        <p14:creationId xmlns:p14="http://schemas.microsoft.com/office/powerpoint/2010/main" val="119838368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32485D6-AA70-4AD6-9A04-AECB0EC2DC1A}"/>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Pengujian dan bukti</a:t>
            </a:r>
          </a:p>
        </p:txBody>
      </p:sp>
      <p:sp>
        <p:nvSpPr>
          <p:cNvPr id="2" name="">
            <a:extLst xmlns:a="http://schemas.openxmlformats.org/drawingml/2006/main">
              <a:ext uri="{FF2B5EF4-FFF2-40B4-BE49-F238E27FC236}">
                <a16:creationId xmlns:a16="http://schemas.microsoft.com/office/drawing/2014/main" id="{68E5F1FC-54EA-4E2F-A40F-425968ECC784}"/>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360px: Card wrap tanpa overflow</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Empat item: Semua card tampil</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Judul panjang: Teks tidak keluar kotak</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Tab: Link tetap dapat dicapai</a:t>
            </a:r>
          </a:p>
        </p:txBody>
      </p:sp>
    </p:spTree>
    <p:extLst>
      <p:ext uri="{BB962C8B-B14F-4D97-AF65-F5344CB8AC3E}">
        <p14:creationId xmlns:p14="http://schemas.microsoft.com/office/powerpoint/2010/main" val="23456298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60982A3-B3D6-4C92-8711-054F449039A1}"/>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Dua sesi berikutnya</a:t>
            </a:r>
          </a:p>
        </p:txBody>
      </p:sp>
      <p:sp>
        <p:nvSpPr>
          <p:cNvPr id="2" name="">
            <a:extLst xmlns:a="http://schemas.openxmlformats.org/drawingml/2006/main">
              <a:ext uri="{FF2B5EF4-FFF2-40B4-BE49-F238E27FC236}">
                <a16:creationId xmlns:a16="http://schemas.microsoft.com/office/drawing/2014/main" id="{98AE676C-7F3A-4676-831A-B391C7E0F89F}"/>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Navigasi dan Card dengan Flexbox</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CSS Grid dan Class yang Dapat Dipakai Ulang</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Siapkan ukuran layar dan konten gambar untuk Responsive Web Design Minggu 6.</a:t>
            </a:r>
          </a:p>
        </p:txBody>
      </p:sp>
    </p:spTree>
    <p:extLst>
      <p:ext uri="{BB962C8B-B14F-4D97-AF65-F5344CB8AC3E}">
        <p14:creationId xmlns:p14="http://schemas.microsoft.com/office/powerpoint/2010/main" val="1547012370"/>
      </p:ext>
    </p:extLst>
  </p:cSld>
</p:sld>
</file>

<file path=ppt/slides/slide30.xml><?xml version="1.0" encoding="utf-8"?>
<p:sld xmlns:p="http://schemas.openxmlformats.org/presentationml/2006/main">
  <p:cSld>
    <p:bg>
      <p:bgPr>
        <a:solidFill xmlns:a="http://schemas.openxmlformats.org/drawingml/2006/main">
          <a:srgbClr val="2A184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49C78F9-A041-4FEA-8565-258B597EE1F1}"/>
              </a:ext>
            </a:extLst>
          </p:cNvPr>
          <p:cNvSpPr>
            <a:spLocks xmlns:a="http://schemas.openxmlformats.org/drawingml/2006/main" noGrp="1"/>
          </p:cNvSpPr>
          <p:nvPr/>
        </p:nvSpPr>
        <p:spPr>
          <a:xfrm xmlns:a="http://schemas.openxmlformats.org/drawingml/2006/main">
            <a:off x="3143250" y="95250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3300" b="0">
                <a:solidFill>
                  <a:srgbClr val="FFFFFF"/>
                </a:solidFill>
                <a:latin typeface="Arial"/>
                <a:ea typeface="Arial"/>
                <a:cs typeface="Arial"/>
              </a:defRPr>
            </a:pPr>
            <a:r>
              <a:rPr sz="3300" b="0">
                <a:solidFill>
                  <a:srgbClr val="FFFFFF"/>
                </a:solidFill>
                <a:latin typeface="Arial"/>
                <a:ea typeface="Arial"/>
                <a:cs typeface="Arial"/>
              </a:rPr>
              <a:t>Refleksi</a:t>
            </a:r>
          </a:p>
        </p:txBody>
      </p:sp>
      <p:sp>
        <p:nvSpPr>
          <p:cNvPr id="2" name="">
            <a:extLst xmlns:a="http://schemas.openxmlformats.org/drawingml/2006/main">
              <a:ext uri="{FF2B5EF4-FFF2-40B4-BE49-F238E27FC236}">
                <a16:creationId xmlns:a16="http://schemas.microsoft.com/office/drawing/2014/main" id="{E97CE7EC-EE12-47D9-8038-E24DA736F410}"/>
              </a:ext>
            </a:extLst>
          </p:cNvPr>
          <p:cNvSpPr>
            <a:spLocks xmlns:a="http://schemas.openxmlformats.org/drawingml/2006/main" noGrp="1"/>
          </p:cNvSpPr>
          <p:nvPr/>
        </p:nvSpPr>
        <p:spPr>
          <a:xfrm xmlns:a="http://schemas.openxmlformats.org/drawingml/2006/main">
            <a:off x="2571750" y="2095500"/>
            <a:ext cx="7048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FFFFFF"/>
                </a:solidFill>
                <a:latin typeface="Arial"/>
                <a:ea typeface="Arial"/>
                <a:cs typeface="Arial"/>
              </a:defRPr>
            </a:pPr>
            <a:r>
              <a:rPr sz="1800">
                <a:solidFill>
                  <a:srgbClr val="FFFFFF"/>
                </a:solidFill>
                <a:latin typeface="Arial"/>
                <a:ea typeface="Arial"/>
                <a:cs typeface="Arial"/>
              </a:rPr>
              <a:t>Mengapa absolute positioning berlebihan menyulitkan teks panjang?</a:t>
            </a:r>
          </a:p>
          <a:p xmlns:a="http://schemas.openxmlformats.org/drawingml/2006/main">
            <a:pPr marL="228600" indent="-114300">
              <a:spcAft>
                <a:spcPts val="800"/>
              </a:spcAft>
              <a:buChar char="•"/>
              <a:defRPr sz="1800">
                <a:solidFill>
                  <a:srgbClr val="FFFFFF"/>
                </a:solidFill>
                <a:latin typeface="Arial"/>
                <a:ea typeface="Arial"/>
                <a:cs typeface="Arial"/>
              </a:defRPr>
            </a:pPr>
            <a:r>
              <a:rPr sz="1800">
                <a:solidFill>
                  <a:srgbClr val="FFFFFF"/>
                </a:solidFill>
                <a:latin typeface="Arial"/>
                <a:ea typeface="Arial"/>
                <a:cs typeface="Arial"/>
              </a:rPr>
              <a:t>Apakah flex-basis sama dengan lebar final pada semua kondisi?</a:t>
            </a:r>
          </a:p>
          <a:p xmlns:a="http://schemas.openxmlformats.org/drawingml/2006/main">
            <a:pPr marL="228600" indent="-114300">
              <a:spcAft>
                <a:spcPts val="800"/>
              </a:spcAft>
              <a:buChar char="•"/>
              <a:defRPr sz="1800">
                <a:solidFill>
                  <a:srgbClr val="FFFFFF"/>
                </a:solidFill>
                <a:latin typeface="Arial"/>
                <a:ea typeface="Arial"/>
                <a:cs typeface="Arial"/>
              </a:defRPr>
            </a:pPr>
            <a:r>
              <a:rPr sz="1800">
                <a:solidFill>
                  <a:srgbClr val="FFFFFF"/>
                </a:solidFill>
                <a:latin typeface="Arial"/>
                <a:ea typeface="Arial"/>
                <a:cs typeface="Arial"/>
              </a:rPr>
              <a:t>Mengapa order visual bukan perbaikan urutan HTML?</a:t>
            </a:r>
          </a:p>
        </p:txBody>
      </p:sp>
    </p:spTree>
    <p:extLst>
      <p:ext uri="{BB962C8B-B14F-4D97-AF65-F5344CB8AC3E}">
        <p14:creationId xmlns:p14="http://schemas.microsoft.com/office/powerpoint/2010/main" val="1198383687"/>
      </p:ext>
    </p:extLst>
  </p:cSld>
</p:sld>
</file>

<file path=ppt/theme/theme1.xml><?xml version="1.0" encoding="utf-8"?>
<a:theme xmlns:a="http://schemas.openxmlformats.org/drawingml/2006/main" name="Cover and End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2026-09-15T13:50:48.3370000Z</dcterms:created>
  <dcterms:modified xsi:type="dcterms:W3CDTF">2026-09-15T13:50:48.3370000Z</dcterms:modified>
</coreProperties>
</file>